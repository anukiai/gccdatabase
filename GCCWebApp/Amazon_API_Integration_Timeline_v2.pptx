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D6A7"/>
                </a:solidFill>
                <a:latin typeface="Segoe UI"/>
              </a:defRPr>
            </a:pPr>
            <a:r>
              <a:t>ANUKI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Amazon API Integration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E6C9"/>
                </a:solidFill>
                <a:latin typeface="Segoe UI"/>
              </a:defRPr>
            </a:pPr>
            <a:r>
              <a:t>GCC Database Solution — Milestone Schedule &amp; Risk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3657600" cy="2743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Prepared for GreenCircle Certified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April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C784"/>
                </a:solidFill>
                <a:latin typeface="Segoe U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616161"/>
                </a:solidFill>
                <a:latin typeface="Segoe UI"/>
              </a:defRPr>
            </a:pPr>
            <a:r>
              <a:t>Amazon has requested firm milestone dates for API integration and automated product badging.</a:t>
            </a:r>
          </a:p>
          <a:p>
            <a:pPr>
              <a:spcAft>
                <a:spcPts val="200"/>
              </a:spcAft>
              <a:defRPr sz="1500" b="0">
                <a:solidFill>
                  <a:srgbClr val="21212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500" b="0">
                <a:solidFill>
                  <a:srgbClr val="616161"/>
                </a:solidFill>
                <a:latin typeface="Segoe UI"/>
              </a:defRPr>
            </a:pPr>
            <a:r>
              <a:t>This document presents two timeline options with dependencies, risk factors, and mitigation strategies.</a:t>
            </a:r>
          </a:p>
          <a:p>
            <a:pPr>
              <a:spcAft>
                <a:spcPts val="200"/>
              </a:spcAft>
              <a:defRPr sz="1500" b="1">
                <a:solidFill>
                  <a:srgbClr val="212121"/>
                </a:solidFill>
                <a:latin typeface="Segoe UI"/>
              </a:defRPr>
            </a:pPr>
            <a:r>
              <a:t>Both options are achievable contingent on completing the current UAT cycle without significant new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API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Endpoints, authentication, and GS1 data</a:t>
            </a:r>
            <a:br/>
            <a:r>
              <a:t>schema are already built and tested.</a:t>
            </a:r>
            <a:br/>
            <a:r>
              <a:t>Amazon pulls data from our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Database Stabilization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40 items in final UAT retest. Must</a:t>
            </a:r>
            <a:br/>
            <a:r>
              <a:t>complete before API schema 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Integration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Validate with Amazon sandbox,</a:t>
            </a:r>
            <a:br/>
            <a:r>
              <a:t>load test, security review,</a:t>
            </a:r>
            <a:br/>
            <a:r>
              <a:t>and schema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Current State of Readiness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585216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Certificate Database Application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95% Complete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40 items in final UAT retest cycle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REST API Endpoints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/api/v1/certificates, search by ASIN, GS1 JSON-LD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Authentication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Partner API keys with rate limiting (200 req/hr)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Developer Guide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CP2 Complete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Reviewed by GCC; feedback incorporated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GS1 Data Schema (JSON-LD)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JSON-LD format per GS1 Web Vocabulary standard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Search by Product ID (ASIN)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GET /api/v1/certificates/search/productid?type=ASIN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Partner-Scoped Data Filtering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responses filtered by partner association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914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Integration Model: Amazon pulls certificate data from our API.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All API endpoints, authentication, data schema, and partner filtering are built and operational.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Remaining work is database stabilization (UAT), schema confirmation with Amazon, and integration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A — Aggressive Timeline (Amazon’s Requested Dates)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0"/>
                <a:gridCol w="201168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Database Stabilization &amp; UAT Retest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 15 — May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3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Finalization &amp; Lock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8 — May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3.5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1 — May 31, 2026: Finalized API Endpoint &amp; Data Schema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with Amazon Sandbox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 — Jul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Final QA &amp; Production Hardening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16 — Jul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2 — July 31, 2026: API Technical Implementation &amp; Testing Complete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 1 — Aug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3 — August 2026: Automated Badging Live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9144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565C0"/>
                </a:solidFill>
                <a:latin typeface="Segoe UI"/>
              </a:defRPr>
            </a:pPr>
            <a:r>
              <a:t>Option A is achievable provided: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GCC commits to completing UAT retest by May 7 with dedicated testing time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No new feature requests are introduced during the stabilization phase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All 5 pending discussion items are resolved by May 1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Amazon sandbox credentials are available by June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A — Phase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1: DB Stabilization (Apr 15 — May 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Deploy code fixes (24 files) + 4 SQL migration scripts</a:t>
            </a:r>
            <a:br/>
            <a:r>
              <a:t>Client UAT retest of 40+ resolved items</a:t>
            </a:r>
            <a:br/>
            <a:r>
              <a:t>Resolve retest failures</a:t>
            </a:r>
            <a:br/>
            <a:r>
              <a:t>Resolve 5 items pending client decision</a:t>
            </a:r>
            <a:br/>
            <a:r>
              <a:t>Data cleanup (test entries, hierarchy fixes)</a:t>
            </a:r>
            <a:br/>
            <a:br/>
            <a:r>
              <a:t>Exit Criteria: All critical/high QC items confirmed 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0972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0972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2: API Schema Lock (May 8 — May 31)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Confirm GS1 JSON-LD schema meets Amazon CPF requirements</a:t>
            </a:r>
            <a:br/>
            <a:r>
              <a:t>Document final field mappings (ASIN-only per Amazon)</a:t>
            </a:r>
            <a:br/>
            <a:r>
              <a:t>Lock API contract — no breaking changes after this date</a:t>
            </a:r>
            <a:br/>
            <a:r>
              <a:t>Publish final API documentation for Amazon</a:t>
            </a:r>
            <a:br/>
            <a:r>
              <a:t>Production deployment of stabilized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3: Integration Testing (Jun 1 — Jul 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End-to-end testing with Amazon sandbox environment</a:t>
            </a:r>
            <a:br/>
            <a:r>
              <a:t>Validate Amazon can pull cert data via our API</a:t>
            </a:r>
            <a:br/>
            <a:r>
              <a:t>Verify ASIN search, GS1 format, partner filtering</a:t>
            </a:r>
            <a:br/>
            <a:r>
              <a:t>Load testing and performance validation</a:t>
            </a:r>
            <a:br/>
            <a:r>
              <a:t>Security review of API 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8404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4: Final QA &amp; Go-Live (Jul 16 — Aug 31)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Final QA pass with Amazon technical team</a:t>
            </a:r>
            <a:br/>
            <a:r>
              <a:t>Production hardening and monitoring setup</a:t>
            </a:r>
            <a:br/>
            <a:r>
              <a:t>Coordinate go-live with Amazon</a:t>
            </a:r>
            <a:br/>
            <a:r>
              <a:t>Monitor initial automated badge cycles</a:t>
            </a:r>
            <a:br/>
            <a:r>
              <a:t>Transition to steady-state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B — Buffered Timeline (+1 Month, End of Q3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0"/>
                <a:gridCol w="201168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Database Stabilization &amp; UAT Retest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 15 — May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Finalization &amp; Lock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 — Jun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1 — June 30, 2026: Finalized API Endpoint &amp; Data Schema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with Amazon Sandbox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 — Aug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Final QA &amp; Production Hardening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 16 — Aug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2 — August 31, 2026: API Technical Implementation &amp; Testing Complete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Sep 1 — Sep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3 — September 2026: Automated Badging Live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9144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Key Differences from Option A: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+3 weeks UAT buffer — accounts for historically observed 15–30 new items per retest cycle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+2 weeks schema review — allows iteration with Amazon technical team on CPF requirements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Same testing time — integration testing (6 weeks) and final QA (2 weeks) unchanged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End of Q3 alignment — completes within a natural reporting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Side-by-Side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4183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 A (Aggressive)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 B (Buffered)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31,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June 30,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Implementation &amp;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July 31,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August 31,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August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September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Stabilization Window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3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+3 weeks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New API Development Required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API is built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The API is fully built. No new development is required.</a:t>
            </a:r>
            <a:br/>
            <a:r>
              <a:t>The remaining effort is database stabilization, schema confirmation, and integration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Schedule Risk Factors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3716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retest generates significant new defects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Delays Phase 1; cascades to all milestones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Feature freeze after Phase 1. Only bug fixes, no new scope.</a:t>
                      </a:r>
                    </a:p>
                  </a:txBody>
                  <a:tcPr anchor="ctr"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New feature requests during UAT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Scope creep delays stabilization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All new requests treated as formal Change Requests with separate timeline.</a:t>
                      </a:r>
                    </a:p>
                  </a:txBody>
                  <a:tcPr anchor="ctr"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schema requirements change after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Rework on finalized API contract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Early schema review with Amazon. Lock with formal sign-off.</a:t>
                      </a:r>
                    </a:p>
                  </a:txBody>
                  <a:tcPr anchor="ctr"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Client availability for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cycle extends beyond window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Detailed test cases provided. Set testing windows with committed dates.</a:t>
                      </a:r>
                    </a:p>
                  </a:txBody>
                  <a:tcPr anchor="ctr"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sandbox access delays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Blocks integration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Low-Medium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Request sandbox credentials by May 15 regardless of timeline option.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External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The following items are outside of Anuki’s direct control and must be completed by the indicated parties.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Dependency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Needed By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Complete UAT retest of 40 open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(Carly)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7 (A) / May 31 (B)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Decisions on 5 pending discussion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(Carly / Dan)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SP-API sandbox credentials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/ 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Requested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technical team schema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Scheduled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Final production URL / DNS configuration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Real certificate data loaded in production DB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(Analysts)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9144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65100"/>
                </a:solidFill>
                <a:latin typeface="Segoe UI"/>
              </a:defRPr>
            </a:pPr>
            <a:r>
              <a:t>Schedule Impact: Any delay in the above dependencies directly impacts the Amazon milestone dates.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The UAT retest completion is the single largest dependency controlling the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Segoe UI"/>
              </a:defRPr>
            </a:pPr>
            <a:r>
              <a:t>Anuki Recommends Option B (Buffered Timeline)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1.  Historical pattern: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Every UAT cycle on this project has generated 15–30 new items. Option A assumes a clean retest, which has not occurred in any prior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2.  API is already built: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No new API development is required. Amazon pulls data from our existing endpoints. The remaining work is stabilization and testing — not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3.  Accountability protection: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A missed aggressive deadline damages the Amazon relationship more than a met conservative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4.  Q3 alignment:</a:t>
            </a:r>
          </a:p>
          <a:p>
            <a:pPr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Option B completes by end of Q3 2026, a natural reporting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303520"/>
            <a:ext cx="9601200" cy="182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440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However, if Amazon requires the aggressive timeline, Option A is achievable</a:t>
            </a:r>
          </a:p>
          <a:p>
            <a:pPr>
              <a:spcAft>
                <a:spcPts val="200"/>
              </a:spcAft>
              <a:defRPr sz="1400" b="0">
                <a:solidFill>
                  <a:srgbClr val="616161"/>
                </a:solidFill>
                <a:latin typeface="Segoe UI"/>
              </a:defRPr>
            </a:pPr>
            <a:r>
              <a:t>provided GCC commits to completing UAT by May 7 with no new feature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Immediate 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41832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37744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 Date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Confirm timeline option with 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April 15,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Deploy current code fixes + SQL migration scripts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Anuki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16,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Begin UAT retest using provided test cases (40 items)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17,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Resolve 5 pending discussion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+ Anuki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30,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Request Amazon sandbox credentials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Complete UAT retest cycle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7 (A) / May 31 (B)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Questions or concerns? Contact Anuki Consulting to discuss timeline options.</a:t>
            </a:r>
            <a:br/>
            <a:r>
              <a:t>We are committed to delivering a high-quality, reliable integration for the Amazon partnership.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743200" cy="2743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E6C9"/>
                </a:solidFill>
                <a:latin typeface="Segoe UI"/>
              </a:defRPr>
            </a:pPr>
            <a:r>
              <a:t>Anuki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D6A7"/>
                </a:solidFill>
                <a:latin typeface="Segoe UI"/>
              </a:defRPr>
            </a:pPr>
            <a:r>
              <a:t>Prepared for GreenCircle Certified —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C784"/>
                </a:solidFill>
                <a:latin typeface="Segoe U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