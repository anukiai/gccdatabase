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5D6A7"/>
                </a:solidFill>
                <a:latin typeface="Segoe UI"/>
              </a:defRPr>
            </a:pPr>
            <a:r>
              <a:t>ANUKI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Amazon API Integration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C8E6C9"/>
                </a:solidFill>
                <a:latin typeface="Segoe UI"/>
              </a:defRPr>
            </a:pPr>
            <a:r>
              <a:t>GCC Database Solution — Milestone Schedule &amp; Risk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3657600" cy="2743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Prepared for GreenCircle Certified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April 15,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1C784"/>
                </a:solidFill>
                <a:latin typeface="Segoe U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616161"/>
                </a:solidFill>
                <a:latin typeface="Segoe UI"/>
              </a:defRPr>
            </a:pPr>
            <a:r>
              <a:t>Amazon has requested firm milestone dates for API integration and automated product badging.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12121"/>
                </a:solidFill>
                <a:latin typeface="Segoe U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616161"/>
                </a:solidFill>
                <a:latin typeface="Segoe UI"/>
              </a:defRPr>
            </a:pPr>
            <a:r>
              <a:t>This document presents two timeline options with dependencies, risk factors, and mitigation strategies.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212121"/>
                </a:solidFill>
                <a:latin typeface="Segoe UI"/>
              </a:defRPr>
            </a:pPr>
            <a:r>
              <a:t>Both options are achievable contingent on completing the current UAT cycle without significant new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29184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5E20"/>
                </a:solidFill>
                <a:latin typeface="Segoe UI"/>
              </a:defRPr>
            </a:pPr>
            <a:r>
              <a:t>API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Endpoints, authentication, and GS1 data</a:t>
            </a:r>
            <a:br/>
            <a:r>
              <a:t>schema are already built and 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29184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474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74903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5E20"/>
                </a:solidFill>
                <a:latin typeface="Segoe UI"/>
              </a:defRPr>
            </a:pPr>
            <a:r>
              <a:t>Database Stabilization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06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40 items in final UAT retest. Must</a:t>
            </a:r>
            <a:br/>
            <a:r>
              <a:t>complete before API schema 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74720"/>
            <a:ext cx="329184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474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3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5E20"/>
                </a:solidFill>
                <a:latin typeface="Segoe UI"/>
              </a:defRPr>
            </a:pPr>
            <a:r>
              <a:t>SP-API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06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Amazon push/sync logic is the primary</a:t>
            </a:r>
            <a:br/>
            <a:r>
              <a:t>remaining development work (6 weeks).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Current State of Readiness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585216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Certificate Database Application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95% Complete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40 items in final UAT retest cycle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REST API Endpoints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/api/v1/certificates, search by ASIN, GS1 JSON-LD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Authentication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Partner API keys with rate limiting (200 req/hr)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Developer Guide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CP2 Complete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Reviewed by GCC; feedback incorporated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GS1 Data Schema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JSON-LD format per GS1 Web Vocabulary standard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SP-API Sync (Push)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Credential storage built; sync logic pending</a:t>
                      </a:r>
                    </a:p>
                  </a:txBody>
                  <a:tcPr anchor="ctr"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Automated Badging Connection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Dependent on API completion and Amazon coordination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Option A — Aggressive Timeline (Amazon’s Requested Dates)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0"/>
                <a:gridCol w="201168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Database Stabilization &amp; UAT Retest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 15 — May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4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Schema Finalization &amp; Lock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16 — May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1 — May 31, 2026: Finalized API Endpoint &amp; Data Schema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SP-API Implementation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 — Jul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Integration Testing &amp; QA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16 — Jul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2 — July 31, 2026: API Implementation &amp; Testing Complete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Automated Badging Go-Live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 1 — Aug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3 — August 2026: Automated Badging Live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9144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565C0"/>
                </a:solidFill>
                <a:latin typeface="Segoe UI"/>
              </a:defRPr>
            </a:pPr>
            <a:r>
              <a:t>Option A is achievable provided: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GCC commits to completing UAT retest by May 15 with dedicated testing time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No new feature requests are introduced during the stabilization phase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All 5 pending discussion items are resolved by May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Option A — Phase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1: Database Stabilization (Apr 15 — May 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54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Deploy code fixes (24 files) + 4 SQL migration scripts</a:t>
            </a:r>
            <a:br/>
            <a:r>
              <a:t>Client UAT retest of 40+ resolved items</a:t>
            </a:r>
            <a:br/>
            <a:r>
              <a:t>Resolve retest failures and 5 pending discussion items</a:t>
            </a:r>
            <a:br/>
            <a:r>
              <a:t>Data cleanup (test entries, product hierarchy)</a:t>
            </a:r>
            <a:br/>
            <a:br/>
            <a:r>
              <a:t>Exit Criteria: All critical/high QC items confirmed fixed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0972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0972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2801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2: API Schema Lock (May 16 — May 31)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1691640"/>
            <a:ext cx="4754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Confirm GS1 JSON-LD schema meets Amazon CPF requirements</a:t>
            </a:r>
            <a:br/>
            <a:r>
              <a:t>Document final field mappings (ASIN-only per Amazon)</a:t>
            </a:r>
            <a:br/>
            <a:r>
              <a:t>Lock API contract — no breaking changes after this date</a:t>
            </a:r>
            <a:br/>
            <a:r>
              <a:t>Publish final API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3: SP-API Implementation (Jun 1 — Jul 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4754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Implement Amazon SP-API authentication</a:t>
            </a:r>
            <a:br/>
            <a:r>
              <a:t>Build automated certificate data push/sync</a:t>
            </a:r>
            <a:br/>
            <a:r>
              <a:t>Partner-scoped data filtering</a:t>
            </a:r>
            <a:br/>
            <a:r>
              <a:t>Webhook notifications for status changes</a:t>
            </a:r>
            <a:br/>
            <a:r>
              <a:t>Error handling, retry logic, failure 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840480"/>
            <a:ext cx="53035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40233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65C0"/>
                </a:solidFill>
                <a:latin typeface="Segoe UI"/>
              </a:defRPr>
            </a:pPr>
            <a:r>
              <a:t>Phase 4: Testing &amp; QA (Jul 16 — Jul 31)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434840"/>
            <a:ext cx="4754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End-to-end testing with Amazon sandbox</a:t>
            </a:r>
            <a:br/>
            <a:r>
              <a:t>Load testing and performance validation</a:t>
            </a:r>
            <a:br/>
            <a:r>
              <a:t>Security review</a:t>
            </a:r>
            <a:br/>
            <a:r>
              <a:t>UAT with GCC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Option B — Buffered Timeline (+1 Month, End of Q3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0"/>
                <a:gridCol w="201168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Database Stabilization &amp; UAT Retest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 15 — May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Schema Finalization &amp; Lock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 — Jun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4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1 — June 30, 2026: Finalized API Endpoint &amp; Data Schema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SP-API Implementation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 — Aug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Integration Testing &amp; QA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 16 — Aug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2 — August 31, 2026: API Implementation &amp; Testing Complete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Phase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Automated Badging Go-Live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Sep 1 — Sep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AMAZON MILESTONE 3 — September 2026: Automated Badging Live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9144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Key Differences from Option A: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+2 weeks UAT buffer — accounts for historically observed 15–30 new items per retest cycle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+2 weeks schema review — allows iteration with Amazon technical team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•  Same development time — SP-API implementation (6 weeks) and testing (2 weeks) unchanged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Side-by-Side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94183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28600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 A (Aggressive)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 B (Buffered)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Schema Finalized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31, 2026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June 30,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+1 month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Implementation &amp;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July 31, 2026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August 31,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+1 month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Automated Badging Go-Live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August 2026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September 2026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+1 month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UAT Stabilization Window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4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757575"/>
                          </a:solidFill>
                          <a:latin typeface="Segoe UI"/>
                        </a:defRPr>
                      </a:pPr>
                      <a:r>
                        <a:t>+2 weeks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API Development Time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6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Integration Testing Time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66928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The only difference between options is the UAT stabilization buffer.</a:t>
            </a:r>
            <a:br/>
            <a:r>
              <a:t>Development effort and testing time are identical in both 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Schedule Risk Factors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371600"/>
                <a:gridCol w="429768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Likelihood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UAT retest generates significant new defects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Delays Phase 1; cascades to all milestones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Medium-High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Feature freeze after Phase 1. Only bug fixes, no new scope.</a:t>
                      </a:r>
                    </a:p>
                  </a:txBody>
                  <a:tcPr anchor="ctr"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New feature requests during UAT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Scope creep delays stabilization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All new requests treated as formal Change Requests with separate timeline.</a:t>
                      </a:r>
                    </a:p>
                  </a:txBody>
                  <a:tcPr anchor="ctr"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schema requirements change after review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Rework on finalized API contract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Early schema review with Amazon. Lock with formal sign-off.</a:t>
                      </a:r>
                    </a:p>
                  </a:txBody>
                  <a:tcPr anchor="ctr"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Client availability for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UAT cycle extends beyond window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Detailed test cases provided. Set testing windows with committed dates.</a:t>
                      </a:r>
                    </a:p>
                  </a:txBody>
                  <a:tcPr anchor="ctr"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sandbox access delays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Blocks integration testing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Low-Medium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Request sandbox credentials by May 15 regardless of timeline option.</a:t>
                      </a:r>
                    </a:p>
                  </a:txBody>
                  <a:tcPr anchor="ctr"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Production DNS/hosting changes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Deployment disruption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7D32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URL structure confirmed. DNS change independent of API work.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External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The following items are outside of Anuki’s direct control and must be completed by the indicated parties.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22860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Dependency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Needed By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Complete UAT retest of 40 open items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(Carly)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15 (A) / May 31 (B)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Decisions on 5 pending discussion items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(Carly / Dan)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SP-API sandbox credentials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/ Amazon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Requested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 technical team schema review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Amazon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Jun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Not Scheduled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Final production URL / DNS configuration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Real certificate data loaded in production DB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(Analysts)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Jul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E65100"/>
                          </a:solidFill>
                          <a:latin typeface="Segoe U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9144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E65100"/>
                </a:solidFill>
                <a:latin typeface="Segoe UI"/>
              </a:defRPr>
            </a:pPr>
            <a:r>
              <a:t>Schedule Impact: Any delay in the above dependencies directly impacts the Amazon milestone dates.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The UAT retest completion is the single largest dependency controlling the schedule.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B5E20"/>
                </a:solidFill>
                <a:latin typeface="Segoe UI"/>
              </a:defRPr>
            </a:pPr>
            <a:r>
              <a:t>Anuki Recommends Option B (Buffered Timeline)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1.  Historical pattern: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Every UAT cycle on this project has generated 15–30 new items. Option A assumes a clean retest, which has not occurred in any prior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2.  Development time is identical: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Both options allocate 6 weeks for SP-API implementation and 2 weeks for testing. The buffer is entirely in UAT where risk is highest.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57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3.  Accountability protection: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A missed aggressive deadline damages the Amazon relationship more than a met conservative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34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B5E20"/>
                </a:solidFill>
                <a:latin typeface="Segoe UI"/>
              </a:defRPr>
            </a:pPr>
            <a:r>
              <a:t>4.  Q3 alignment: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616161"/>
                </a:solidFill>
                <a:latin typeface="Segoe UI"/>
              </a:defRPr>
            </a:pPr>
            <a:r>
              <a:t>Option B completes by end of Q3 2026, a natural reporting boundary.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5303520"/>
            <a:ext cx="9601200" cy="182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440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Segoe UI"/>
              </a:defRPr>
            </a:pPr>
            <a:r>
              <a:t>However, if Amazon requires the aggressive timeline, Option A is achievable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616161"/>
                </a:solidFill>
                <a:latin typeface="Segoe UI"/>
              </a:defRPr>
            </a:pPr>
            <a:r>
              <a:t>provided GCC commits to completing UAT by May 15 with no new feature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Immediate 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941832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37744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 Date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Confirm timeline option with Amazon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C62828"/>
                          </a:solidFill>
                          <a:latin typeface="Segoe UI"/>
                        </a:defRPr>
                      </a:pPr>
                      <a:r>
                        <a:t>April 15,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Deploy current code fixes + SQL migration scripts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Anuki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April 16,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Begin UAT retest using provided test cases (40 items)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April 17,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Resolve 5 pending discussion items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 + Anuki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April 30,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Request Amazon SP-API sandbox credentials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1, 2026</a:t>
                      </a:r>
                    </a:p>
                  </a:txBody>
                  <a:tcPr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Complete UAT retest cycle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GCC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May 15 (A) / May 31 (B)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Questions or concerns? Contact Anuki Consulting to discuss timeline options.</a:t>
            </a:r>
            <a:br/>
            <a:r>
              <a:t>We are committed to delivering a high-quality, reliable integration for the Amazon partnership.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743200" cy="2743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C8E6C9"/>
                </a:solidFill>
                <a:latin typeface="Segoe UI"/>
              </a:defRPr>
            </a:pPr>
            <a:r>
              <a:t>Anuki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5D6A7"/>
                </a:solidFill>
                <a:latin typeface="Segoe UI"/>
              </a:defRPr>
            </a:pPr>
            <a:r>
              <a:t>Prepared for GreenCircle Certified —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1C784"/>
                </a:solidFill>
                <a:latin typeface="Segoe U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