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6F_38404EE6.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F2_23F17660.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D2_C28FF9C0.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92_92FE78C8.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DE_B08F2197.xml" ContentType="application/vnd.ms-powerpoint.comments+xml"/>
  <Override PartName="/ppt/notesSlides/notesSlide45.xml" ContentType="application/vnd.openxmlformats-officedocument.presentationml.notesSlide+xml"/>
  <Override PartName="/ppt/comments/modernComment_193_FBE5591B.xml" ContentType="application/vnd.ms-powerpoint.comments+xml"/>
  <Override PartName="/ppt/notesSlides/notesSlide46.xml" ContentType="application/vnd.openxmlformats-officedocument.presentationml.notesSlide+xml"/>
  <Override PartName="/ppt/comments/modernComment_18B_7907B08A.xml" ContentType="application/vnd.ms-powerpoint.comments+xml"/>
  <Override PartName="/ppt/notesSlides/notesSlide47.xml" ContentType="application/vnd.openxmlformats-officedocument.presentationml.notesSlide+xml"/>
  <Override PartName="/ppt/comments/modernComment_196_E8C294A1.xml" ContentType="application/vnd.ms-powerpoint.comment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modernComment_1E6_B49544B.xml" ContentType="application/vnd.ms-powerpoint.comments+xml"/>
  <Override PartName="/ppt/notesSlides/notesSlide56.xml" ContentType="application/vnd.openxmlformats-officedocument.presentationml.notesSlide+xml"/>
  <Override PartName="/ppt/comments/modernComment_17D_D953812.xml" ContentType="application/vnd.ms-powerpoint.comments+xml"/>
  <Override PartName="/ppt/notesSlides/notesSlide57.xml" ContentType="application/vnd.openxmlformats-officedocument.presentationml.notesSlide+xml"/>
  <Override PartName="/ppt/comments/modernComment_1FA_699C0889.xml" ContentType="application/vnd.ms-powerpoint.comments+xml"/>
  <Override PartName="/ppt/notesSlides/notesSlide58.xml" ContentType="application/vnd.openxmlformats-officedocument.presentationml.notesSlide+xml"/>
  <Override PartName="/ppt/comments/modernComment_1F8_FFED70DE.xml" ContentType="application/vnd.ms-powerpoint.comments+xml"/>
  <Override PartName="/ppt/notesSlides/notesSlide59.xml" ContentType="application/vnd.openxmlformats-officedocument.presentationml.notesSlide+xml"/>
  <Override PartName="/ppt/comments/modernComment_1F7_F2AEEA55.xml" ContentType="application/vnd.ms-powerpoint.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omments/modernComment_1A1_171560A0.xml" ContentType="application/vnd.ms-powerpoint.comment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9"/>
  </p:notesMasterIdLst>
  <p:sldIdLst>
    <p:sldId id="353" r:id="rId2"/>
    <p:sldId id="354" r:id="rId3"/>
    <p:sldId id="375" r:id="rId4"/>
    <p:sldId id="356" r:id="rId5"/>
    <p:sldId id="369" r:id="rId6"/>
    <p:sldId id="370" r:id="rId7"/>
    <p:sldId id="371" r:id="rId8"/>
    <p:sldId id="372" r:id="rId9"/>
    <p:sldId id="451" r:id="rId10"/>
    <p:sldId id="452" r:id="rId11"/>
    <p:sldId id="373" r:id="rId12"/>
    <p:sldId id="374" r:id="rId13"/>
    <p:sldId id="368" r:id="rId14"/>
    <p:sldId id="362" r:id="rId15"/>
    <p:sldId id="422" r:id="rId16"/>
    <p:sldId id="502" r:id="rId17"/>
    <p:sldId id="470" r:id="rId18"/>
    <p:sldId id="454" r:id="rId19"/>
    <p:sldId id="455" r:id="rId20"/>
    <p:sldId id="456" r:id="rId21"/>
    <p:sldId id="457" r:id="rId22"/>
    <p:sldId id="458" r:id="rId23"/>
    <p:sldId id="459" r:id="rId24"/>
    <p:sldId id="460" r:id="rId25"/>
    <p:sldId id="367" r:id="rId26"/>
    <p:sldId id="499" r:id="rId27"/>
    <p:sldId id="515" r:id="rId28"/>
    <p:sldId id="509" r:id="rId29"/>
    <p:sldId id="498" r:id="rId30"/>
    <p:sldId id="399" r:id="rId31"/>
    <p:sldId id="453" r:id="rId32"/>
    <p:sldId id="497" r:id="rId33"/>
    <p:sldId id="378" r:id="rId34"/>
    <p:sldId id="517" r:id="rId35"/>
    <p:sldId id="518" r:id="rId36"/>
    <p:sldId id="516" r:id="rId37"/>
    <p:sldId id="465" r:id="rId38"/>
    <p:sldId id="526" r:id="rId39"/>
    <p:sldId id="527" r:id="rId40"/>
    <p:sldId id="466" r:id="rId41"/>
    <p:sldId id="396" r:id="rId42"/>
    <p:sldId id="519" r:id="rId43"/>
    <p:sldId id="405" r:id="rId44"/>
    <p:sldId id="379" r:id="rId45"/>
    <p:sldId id="528" r:id="rId46"/>
    <p:sldId id="529" r:id="rId47"/>
    <p:sldId id="402" r:id="rId48"/>
    <p:sldId id="394" r:id="rId49"/>
    <p:sldId id="478" r:id="rId50"/>
    <p:sldId id="403" r:id="rId51"/>
    <p:sldId id="395" r:id="rId52"/>
    <p:sldId id="406" r:id="rId53"/>
    <p:sldId id="471" r:id="rId54"/>
    <p:sldId id="513" r:id="rId55"/>
    <p:sldId id="482" r:id="rId56"/>
    <p:sldId id="514" r:id="rId57"/>
    <p:sldId id="525" r:id="rId58"/>
    <p:sldId id="472" r:id="rId59"/>
    <p:sldId id="384" r:id="rId60"/>
    <p:sldId id="486" r:id="rId61"/>
    <p:sldId id="381" r:id="rId62"/>
    <p:sldId id="506" r:id="rId63"/>
    <p:sldId id="504" r:id="rId64"/>
    <p:sldId id="503" r:id="rId65"/>
    <p:sldId id="473" r:id="rId66"/>
    <p:sldId id="474" r:id="rId67"/>
    <p:sldId id="475" r:id="rId68"/>
    <p:sldId id="476" r:id="rId69"/>
    <p:sldId id="505" r:id="rId70"/>
    <p:sldId id="386" r:id="rId71"/>
    <p:sldId id="521" r:id="rId72"/>
    <p:sldId id="520" r:id="rId73"/>
    <p:sldId id="388" r:id="rId74"/>
    <p:sldId id="524" r:id="rId75"/>
    <p:sldId id="510" r:id="rId76"/>
    <p:sldId id="523" r:id="rId77"/>
    <p:sldId id="508" r:id="rId78"/>
    <p:sldId id="522" r:id="rId79"/>
    <p:sldId id="512" r:id="rId80"/>
    <p:sldId id="511" r:id="rId81"/>
    <p:sldId id="484" r:id="rId82"/>
    <p:sldId id="417" r:id="rId83"/>
    <p:sldId id="485" r:id="rId84"/>
    <p:sldId id="507" r:id="rId85"/>
    <p:sldId id="540" r:id="rId86"/>
    <p:sldId id="541" r:id="rId87"/>
    <p:sldId id="542" r:id="rId88"/>
    <p:sldId id="530" r:id="rId89"/>
    <p:sldId id="531" r:id="rId90"/>
    <p:sldId id="532" r:id="rId91"/>
    <p:sldId id="533" r:id="rId92"/>
    <p:sldId id="534" r:id="rId93"/>
    <p:sldId id="535" r:id="rId94"/>
    <p:sldId id="536" r:id="rId95"/>
    <p:sldId id="537" r:id="rId96"/>
    <p:sldId id="538" r:id="rId97"/>
    <p:sldId id="539" r:id="rId9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E2EBA9-E2D7-432C-9B28-B1BFC88819B1}">
          <p14:sldIdLst>
            <p14:sldId id="353"/>
            <p14:sldId id="354"/>
            <p14:sldId id="375"/>
            <p14:sldId id="356"/>
            <p14:sldId id="369"/>
            <p14:sldId id="370"/>
            <p14:sldId id="371"/>
            <p14:sldId id="372"/>
            <p14:sldId id="451"/>
            <p14:sldId id="452"/>
            <p14:sldId id="373"/>
            <p14:sldId id="374"/>
            <p14:sldId id="368"/>
            <p14:sldId id="362"/>
            <p14:sldId id="422"/>
            <p14:sldId id="502"/>
            <p14:sldId id="470"/>
            <p14:sldId id="454"/>
            <p14:sldId id="455"/>
            <p14:sldId id="456"/>
            <p14:sldId id="457"/>
            <p14:sldId id="458"/>
            <p14:sldId id="459"/>
            <p14:sldId id="460"/>
            <p14:sldId id="367"/>
            <p14:sldId id="499"/>
            <p14:sldId id="515"/>
            <p14:sldId id="509"/>
            <p14:sldId id="498"/>
            <p14:sldId id="399"/>
            <p14:sldId id="453"/>
            <p14:sldId id="497"/>
            <p14:sldId id="378"/>
            <p14:sldId id="517"/>
            <p14:sldId id="518"/>
            <p14:sldId id="516"/>
            <p14:sldId id="465"/>
            <p14:sldId id="526"/>
            <p14:sldId id="527"/>
            <p14:sldId id="466"/>
            <p14:sldId id="396"/>
            <p14:sldId id="519"/>
            <p14:sldId id="405"/>
            <p14:sldId id="379"/>
            <p14:sldId id="528"/>
            <p14:sldId id="529"/>
            <p14:sldId id="402"/>
            <p14:sldId id="394"/>
            <p14:sldId id="478"/>
            <p14:sldId id="403"/>
            <p14:sldId id="395"/>
            <p14:sldId id="406"/>
            <p14:sldId id="471"/>
            <p14:sldId id="513"/>
            <p14:sldId id="482"/>
            <p14:sldId id="514"/>
            <p14:sldId id="525"/>
            <p14:sldId id="472"/>
            <p14:sldId id="384"/>
            <p14:sldId id="486"/>
            <p14:sldId id="381"/>
            <p14:sldId id="506"/>
            <p14:sldId id="504"/>
            <p14:sldId id="503"/>
            <p14:sldId id="473"/>
            <p14:sldId id="474"/>
            <p14:sldId id="475"/>
            <p14:sldId id="476"/>
            <p14:sldId id="505"/>
            <p14:sldId id="386"/>
            <p14:sldId id="521"/>
            <p14:sldId id="520"/>
            <p14:sldId id="388"/>
            <p14:sldId id="524"/>
            <p14:sldId id="510"/>
            <p14:sldId id="523"/>
            <p14:sldId id="508"/>
            <p14:sldId id="522"/>
            <p14:sldId id="512"/>
            <p14:sldId id="511"/>
            <p14:sldId id="484"/>
            <p14:sldId id="417"/>
            <p14:sldId id="485"/>
            <p14:sldId id="507"/>
          </p14:sldIdLst>
        </p14:section>
        <p14:section name="Data Migration" id="{4005AB65-419A-4E3F-A978-EA20011A5DC7}">
          <p14:sldIdLst>
            <p14:sldId id="540"/>
            <p14:sldId id="541"/>
            <p14:sldId id="542"/>
          </p14:sldIdLst>
        </p14:section>
        <p14:section name="Testing Observations" id="{0846AB9F-128F-4A0B-8587-F95DD01DEDC7}">
          <p14:sldIdLst>
            <p14:sldId id="530"/>
            <p14:sldId id="531"/>
            <p14:sldId id="532"/>
            <p14:sldId id="533"/>
            <p14:sldId id="534"/>
            <p14:sldId id="535"/>
            <p14:sldId id="536"/>
            <p14:sldId id="537"/>
            <p14:sldId id="538"/>
            <p14:sldId id="5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CFDEB"/>
    <a:srgbClr val="FFEDB3"/>
    <a:srgbClr val="DEECEF"/>
    <a:srgbClr val="FCE6E4"/>
    <a:srgbClr val="FDECEA"/>
    <a:srgbClr val="FFF8E1"/>
    <a:srgbClr val="D0F0C0"/>
    <a:srgbClr val="4A66AC"/>
    <a:srgbClr val="5AA2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6607C7-6642-4BEE-859A-36CD3FB3046B}" v="88" dt="2025-08-12T15:14:19.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76" autoAdjust="0"/>
    <p:restoredTop sz="96247" autoAdjust="0"/>
  </p:normalViewPr>
  <p:slideViewPr>
    <p:cSldViewPr snapToGrid="0">
      <p:cViewPr varScale="1">
        <p:scale>
          <a:sx n="99" d="100"/>
          <a:sy n="99" d="100"/>
        </p:scale>
        <p:origin x="1176"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8/10/relationships/authors" Targe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596607C7-6642-4BEE-859A-36CD3FB3046B}"/>
    <pc:docChg chg="undo custSel addSld delSld modSld sldOrd addSection delSection modSection">
      <pc:chgData name="Shawn West" userId="bcaf3c6b-bfc1-40d2-81dc-c3fa941236d7" providerId="ADAL" clId="{596607C7-6642-4BEE-859A-36CD3FB3046B}" dt="2025-08-12T16:57:09.286" v="2633" actId="2890"/>
      <pc:docMkLst>
        <pc:docMk/>
      </pc:docMkLst>
      <pc:sldChg chg="modNotesTx">
        <pc:chgData name="Shawn West" userId="bcaf3c6b-bfc1-40d2-81dc-c3fa941236d7" providerId="ADAL" clId="{596607C7-6642-4BEE-859A-36CD3FB3046B}" dt="2025-07-08T23:18:56.383" v="0" actId="6549"/>
        <pc:sldMkLst>
          <pc:docMk/>
          <pc:sldMk cId="1482514581" sldId="354"/>
        </pc:sldMkLst>
      </pc:sldChg>
      <pc:sldChg chg="modNotesTx">
        <pc:chgData name="Shawn West" userId="bcaf3c6b-bfc1-40d2-81dc-c3fa941236d7" providerId="ADAL" clId="{596607C7-6642-4BEE-859A-36CD3FB3046B}" dt="2025-07-08T23:19:09.219" v="1" actId="6549"/>
        <pc:sldMkLst>
          <pc:docMk/>
          <pc:sldMk cId="3746237643" sldId="356"/>
        </pc:sldMkLst>
      </pc:sldChg>
      <pc:sldChg chg="modSp mod">
        <pc:chgData name="Shawn West" userId="bcaf3c6b-bfc1-40d2-81dc-c3fa941236d7" providerId="ADAL" clId="{596607C7-6642-4BEE-859A-36CD3FB3046B}" dt="2025-07-08T23:59:01.631" v="113" actId="948"/>
        <pc:sldMkLst>
          <pc:docMk/>
          <pc:sldMk cId="1811411981" sldId="362"/>
        </pc:sldMkLst>
      </pc:sldChg>
      <pc:sldChg chg="modNotesTx">
        <pc:chgData name="Shawn West" userId="bcaf3c6b-bfc1-40d2-81dc-c3fa941236d7" providerId="ADAL" clId="{596607C7-6642-4BEE-859A-36CD3FB3046B}" dt="2025-07-08T23:19:14.071" v="2" actId="6549"/>
        <pc:sldMkLst>
          <pc:docMk/>
          <pc:sldMk cId="2383232296" sldId="369"/>
        </pc:sldMkLst>
      </pc:sldChg>
      <pc:sldChg chg="modNotesTx">
        <pc:chgData name="Shawn West" userId="bcaf3c6b-bfc1-40d2-81dc-c3fa941236d7" providerId="ADAL" clId="{596607C7-6642-4BEE-859A-36CD3FB3046B}" dt="2025-07-08T23:19:17.749" v="3" actId="6549"/>
        <pc:sldMkLst>
          <pc:docMk/>
          <pc:sldMk cId="4252886365" sldId="370"/>
        </pc:sldMkLst>
      </pc:sldChg>
      <pc:sldChg chg="modNotesTx">
        <pc:chgData name="Shawn West" userId="bcaf3c6b-bfc1-40d2-81dc-c3fa941236d7" providerId="ADAL" clId="{596607C7-6642-4BEE-859A-36CD3FB3046B}" dt="2025-07-08T23:20:30.933" v="4" actId="6549"/>
        <pc:sldMkLst>
          <pc:docMk/>
          <pc:sldMk cId="3457284407" sldId="371"/>
        </pc:sldMkLst>
      </pc:sldChg>
      <pc:sldChg chg="modNotesTx">
        <pc:chgData name="Shawn West" userId="bcaf3c6b-bfc1-40d2-81dc-c3fa941236d7" providerId="ADAL" clId="{596607C7-6642-4BEE-859A-36CD3FB3046B}" dt="2025-07-08T23:21:08.105" v="6" actId="6549"/>
        <pc:sldMkLst>
          <pc:docMk/>
          <pc:sldMk cId="470559758" sldId="372"/>
        </pc:sldMkLst>
      </pc:sldChg>
      <pc:sldChg chg="modNotesTx">
        <pc:chgData name="Shawn West" userId="bcaf3c6b-bfc1-40d2-81dc-c3fa941236d7" providerId="ADAL" clId="{596607C7-6642-4BEE-859A-36CD3FB3046B}" dt="2025-07-08T23:56:27.287" v="98" actId="6549"/>
        <pc:sldMkLst>
          <pc:docMk/>
          <pc:sldMk cId="2700032176" sldId="374"/>
        </pc:sldMkLst>
      </pc:sldChg>
      <pc:sldChg chg="addSp delSp modSp mod">
        <pc:chgData name="Shawn West" userId="bcaf3c6b-bfc1-40d2-81dc-c3fa941236d7" providerId="ADAL" clId="{596607C7-6642-4BEE-859A-36CD3FB3046B}" dt="2025-07-14T13:46:30.354" v="1863" actId="20577"/>
        <pc:sldMkLst>
          <pc:docMk/>
          <pc:sldMk cId="1274692601" sldId="378"/>
        </pc:sldMkLst>
        <pc:spChg chg="mod">
          <ac:chgData name="Shawn West" userId="bcaf3c6b-bfc1-40d2-81dc-c3fa941236d7" providerId="ADAL" clId="{596607C7-6642-4BEE-859A-36CD3FB3046B}" dt="2025-07-14T13:46:30.354" v="1863" actId="20577"/>
          <ac:spMkLst>
            <pc:docMk/>
            <pc:sldMk cId="1274692601" sldId="378"/>
            <ac:spMk id="10" creationId="{BAFD4C4A-82BD-8F64-F0A0-410C86099CBA}"/>
          </ac:spMkLst>
        </pc:spChg>
        <pc:picChg chg="add mod">
          <ac:chgData name="Shawn West" userId="bcaf3c6b-bfc1-40d2-81dc-c3fa941236d7" providerId="ADAL" clId="{596607C7-6642-4BEE-859A-36CD3FB3046B}" dt="2025-07-14T13:45:24.133" v="1860" actId="1076"/>
          <ac:picMkLst>
            <pc:docMk/>
            <pc:sldMk cId="1274692601" sldId="378"/>
            <ac:picMk id="9" creationId="{96ADD280-D40B-2570-0373-B1EE57B47BD7}"/>
          </ac:picMkLst>
        </pc:picChg>
      </pc:sldChg>
      <pc:sldChg chg="addSp delSp modSp mod">
        <pc:chgData name="Shawn West" userId="bcaf3c6b-bfc1-40d2-81dc-c3fa941236d7" providerId="ADAL" clId="{596607C7-6642-4BEE-859A-36CD3FB3046B}" dt="2025-07-16T23:17:21.766" v="2568" actId="14100"/>
        <pc:sldMkLst>
          <pc:docMk/>
          <pc:sldMk cId="1772971190" sldId="379"/>
        </pc:sldMkLst>
        <pc:spChg chg="mod">
          <ac:chgData name="Shawn West" userId="bcaf3c6b-bfc1-40d2-81dc-c3fa941236d7" providerId="ADAL" clId="{596607C7-6642-4BEE-859A-36CD3FB3046B}" dt="2025-07-16T23:17:21.766" v="2568" actId="14100"/>
          <ac:spMkLst>
            <pc:docMk/>
            <pc:sldMk cId="1772971190" sldId="379"/>
            <ac:spMk id="8" creationId="{7DAAB60F-27F5-601E-A52C-70D3001751EE}"/>
          </ac:spMkLst>
        </pc:spChg>
        <pc:picChg chg="add mod">
          <ac:chgData name="Shawn West" userId="bcaf3c6b-bfc1-40d2-81dc-c3fa941236d7" providerId="ADAL" clId="{596607C7-6642-4BEE-859A-36CD3FB3046B}" dt="2025-07-16T23:17:18.104" v="2567" actId="14100"/>
          <ac:picMkLst>
            <pc:docMk/>
            <pc:sldMk cId="1772971190" sldId="379"/>
            <ac:picMk id="10" creationId="{8A33AE10-A0A4-74E7-9CA4-29786022589D}"/>
          </ac:picMkLst>
        </pc:picChg>
      </pc:sldChg>
      <pc:sldChg chg="addSp delSp modSp mod">
        <pc:chgData name="Shawn West" userId="bcaf3c6b-bfc1-40d2-81dc-c3fa941236d7" providerId="ADAL" clId="{596607C7-6642-4BEE-859A-36CD3FB3046B}" dt="2025-07-15T17:49:35.652" v="2255" actId="1076"/>
        <pc:sldMkLst>
          <pc:docMk/>
          <pc:sldMk cId="227883026" sldId="381"/>
        </pc:sldMkLst>
        <pc:spChg chg="mod">
          <ac:chgData name="Shawn West" userId="bcaf3c6b-bfc1-40d2-81dc-c3fa941236d7" providerId="ADAL" clId="{596607C7-6642-4BEE-859A-36CD3FB3046B}" dt="2025-07-15T17:49:28.029" v="2252" actId="14100"/>
          <ac:spMkLst>
            <pc:docMk/>
            <pc:sldMk cId="227883026" sldId="381"/>
            <ac:spMk id="7" creationId="{3EACE0A1-C0D6-1185-3C45-A2573D884E7A}"/>
          </ac:spMkLst>
        </pc:spChg>
        <pc:picChg chg="add mod">
          <ac:chgData name="Shawn West" userId="bcaf3c6b-bfc1-40d2-81dc-c3fa941236d7" providerId="ADAL" clId="{596607C7-6642-4BEE-859A-36CD3FB3046B}" dt="2025-07-15T17:49:35.652" v="2255" actId="1076"/>
          <ac:picMkLst>
            <pc:docMk/>
            <pc:sldMk cId="227883026" sldId="381"/>
            <ac:picMk id="6" creationId="{CBEE307D-E206-B1D7-01D4-E5AF1A6AC077}"/>
          </ac:picMkLst>
        </pc:picChg>
      </pc:sldChg>
      <pc:sldChg chg="del ord">
        <pc:chgData name="Shawn West" userId="bcaf3c6b-bfc1-40d2-81dc-c3fa941236d7" providerId="ADAL" clId="{596607C7-6642-4BEE-859A-36CD3FB3046B}" dt="2025-07-15T17:56:05.366" v="2297" actId="47"/>
        <pc:sldMkLst>
          <pc:docMk/>
          <pc:sldMk cId="3879008643" sldId="383"/>
        </pc:sldMkLst>
      </pc:sldChg>
      <pc:sldChg chg="addSp delSp modSp mod">
        <pc:chgData name="Shawn West" userId="bcaf3c6b-bfc1-40d2-81dc-c3fa941236d7" providerId="ADAL" clId="{596607C7-6642-4BEE-859A-36CD3FB3046B}" dt="2025-07-15T16:12:56.170" v="2248" actId="478"/>
        <pc:sldMkLst>
          <pc:docMk/>
          <pc:sldMk cId="3061614695" sldId="386"/>
        </pc:sldMkLst>
        <pc:picChg chg="add mod">
          <ac:chgData name="Shawn West" userId="bcaf3c6b-bfc1-40d2-81dc-c3fa941236d7" providerId="ADAL" clId="{596607C7-6642-4BEE-859A-36CD3FB3046B}" dt="2025-07-15T16:12:30.448" v="2247" actId="1076"/>
          <ac:picMkLst>
            <pc:docMk/>
            <pc:sldMk cId="3061614695" sldId="386"/>
            <ac:picMk id="6" creationId="{CADF803F-8EEB-4888-2E7A-B170455D1E2C}"/>
          </ac:picMkLst>
        </pc:picChg>
      </pc:sldChg>
      <pc:sldChg chg="addSp delSp modSp mod">
        <pc:chgData name="Shawn West" userId="bcaf3c6b-bfc1-40d2-81dc-c3fa941236d7" providerId="ADAL" clId="{596607C7-6642-4BEE-859A-36CD3FB3046B}" dt="2025-07-15T11:28:27.155" v="2191" actId="478"/>
        <pc:sldMkLst>
          <pc:docMk/>
          <pc:sldMk cId="4016462383" sldId="388"/>
        </pc:sldMkLst>
        <pc:spChg chg="mod">
          <ac:chgData name="Shawn West" userId="bcaf3c6b-bfc1-40d2-81dc-c3fa941236d7" providerId="ADAL" clId="{596607C7-6642-4BEE-859A-36CD3FB3046B}" dt="2025-07-14T22:26:31.135" v="2110" actId="20577"/>
          <ac:spMkLst>
            <pc:docMk/>
            <pc:sldMk cId="4016462383" sldId="388"/>
            <ac:spMk id="2" creationId="{03E61F42-C95C-6659-C358-270A845AF354}"/>
          </ac:spMkLst>
        </pc:spChg>
      </pc:sldChg>
      <pc:sldChg chg="addSp delSp modSp mod">
        <pc:chgData name="Shawn West" userId="bcaf3c6b-bfc1-40d2-81dc-c3fa941236d7" providerId="ADAL" clId="{596607C7-6642-4BEE-859A-36CD3FB3046B}" dt="2025-07-16T23:44:29.845" v="2582"/>
        <pc:sldMkLst>
          <pc:docMk/>
          <pc:sldMk cId="2030547082" sldId="395"/>
        </pc:sldMkLst>
        <pc:spChg chg="add mod">
          <ac:chgData name="Shawn West" userId="bcaf3c6b-bfc1-40d2-81dc-c3fa941236d7" providerId="ADAL" clId="{596607C7-6642-4BEE-859A-36CD3FB3046B}" dt="2025-07-16T23:44:29.845" v="2582"/>
          <ac:spMkLst>
            <pc:docMk/>
            <pc:sldMk cId="2030547082" sldId="395"/>
            <ac:spMk id="3" creationId="{ACA95FF4-BB01-FAFC-231D-27B0B7E9C1A0}"/>
          </ac:spMkLst>
        </pc:spChg>
        <pc:spChg chg="mod">
          <ac:chgData name="Shawn West" userId="bcaf3c6b-bfc1-40d2-81dc-c3fa941236d7" providerId="ADAL" clId="{596607C7-6642-4BEE-859A-36CD3FB3046B}" dt="2025-07-16T23:26:30.010" v="2581" actId="6549"/>
          <ac:spMkLst>
            <pc:docMk/>
            <pc:sldMk cId="2030547082" sldId="395"/>
            <ac:spMk id="17" creationId="{28FDF536-DC4D-432D-C5EC-2B4075F8CAFF}"/>
          </ac:spMkLst>
        </pc:spChg>
        <pc:picChg chg="mod modCrop">
          <ac:chgData name="Shawn West" userId="bcaf3c6b-bfc1-40d2-81dc-c3fa941236d7" providerId="ADAL" clId="{596607C7-6642-4BEE-859A-36CD3FB3046B}" dt="2025-07-16T00:14:21.932" v="2372" actId="732"/>
          <ac:picMkLst>
            <pc:docMk/>
            <pc:sldMk cId="2030547082" sldId="395"/>
            <ac:picMk id="19" creationId="{06D1B177-1163-666A-1A85-8A3AE07979E4}"/>
          </ac:picMkLst>
        </pc:picChg>
      </pc:sldChg>
      <pc:sldChg chg="addSp delSp modSp mod">
        <pc:chgData name="Shawn West" userId="bcaf3c6b-bfc1-40d2-81dc-c3fa941236d7" providerId="ADAL" clId="{596607C7-6642-4BEE-859A-36CD3FB3046B}" dt="2025-07-14T13:52:17.113" v="1901" actId="1076"/>
        <pc:sldMkLst>
          <pc:docMk/>
          <pc:sldMk cId="1152932816" sldId="396"/>
        </pc:sldMkLst>
        <pc:spChg chg="mod">
          <ac:chgData name="Shawn West" userId="bcaf3c6b-bfc1-40d2-81dc-c3fa941236d7" providerId="ADAL" clId="{596607C7-6642-4BEE-859A-36CD3FB3046B}" dt="2025-07-14T13:52:12.003" v="1900" actId="27636"/>
          <ac:spMkLst>
            <pc:docMk/>
            <pc:sldMk cId="1152932816" sldId="396"/>
            <ac:spMk id="2" creationId="{0868173A-1A25-B7D4-DF5E-488E583DFA1F}"/>
          </ac:spMkLst>
        </pc:spChg>
        <pc:spChg chg="mod">
          <ac:chgData name="Shawn West" userId="bcaf3c6b-bfc1-40d2-81dc-c3fa941236d7" providerId="ADAL" clId="{596607C7-6642-4BEE-859A-36CD3FB3046B}" dt="2025-07-14T13:52:17.113" v="1901" actId="1076"/>
          <ac:spMkLst>
            <pc:docMk/>
            <pc:sldMk cId="1152932816" sldId="396"/>
            <ac:spMk id="6" creationId="{0B0378F0-32BC-84F4-3A90-B85D25CF4CD0}"/>
          </ac:spMkLst>
        </pc:spChg>
        <pc:picChg chg="add mod">
          <ac:chgData name="Shawn West" userId="bcaf3c6b-bfc1-40d2-81dc-c3fa941236d7" providerId="ADAL" clId="{596607C7-6642-4BEE-859A-36CD3FB3046B}" dt="2025-07-14T13:52:03.740" v="1897" actId="1076"/>
          <ac:picMkLst>
            <pc:docMk/>
            <pc:sldMk cId="1152932816" sldId="396"/>
            <ac:picMk id="11" creationId="{E6451C72-48D8-BD5D-6385-C2A7226E848B}"/>
          </ac:picMkLst>
        </pc:picChg>
      </pc:sldChg>
      <pc:sldChg chg="modSp mod">
        <pc:chgData name="Shawn West" userId="bcaf3c6b-bfc1-40d2-81dc-c3fa941236d7" providerId="ADAL" clId="{596607C7-6642-4BEE-859A-36CD3FB3046B}" dt="2025-07-16T22:40:18.016" v="2374" actId="14100"/>
        <pc:sldMkLst>
          <pc:docMk/>
          <pc:sldMk cId="2466150600" sldId="402"/>
        </pc:sldMkLst>
        <pc:spChg chg="mod">
          <ac:chgData name="Shawn West" userId="bcaf3c6b-bfc1-40d2-81dc-c3fa941236d7" providerId="ADAL" clId="{596607C7-6642-4BEE-859A-36CD3FB3046B}" dt="2025-07-16T22:40:18.016" v="2374" actId="14100"/>
          <ac:spMkLst>
            <pc:docMk/>
            <pc:sldMk cId="2466150600" sldId="402"/>
            <ac:spMk id="3" creationId="{F3FE0DA2-A439-40C8-28CB-A2C43F57C672}"/>
          </ac:spMkLst>
        </pc:spChg>
      </pc:sldChg>
      <pc:sldChg chg="modSp mod modCm">
        <pc:chgData name="Shawn West" userId="bcaf3c6b-bfc1-40d2-81dc-c3fa941236d7" providerId="ADAL" clId="{596607C7-6642-4BEE-859A-36CD3FB3046B}" dt="2025-07-15T17:59:52.416" v="2318" actId="20577"/>
        <pc:sldMkLst>
          <pc:docMk/>
          <pc:sldMk cId="4226111771" sldId="403"/>
        </pc:sldMkLst>
        <pc:spChg chg="mod">
          <ac:chgData name="Shawn West" userId="bcaf3c6b-bfc1-40d2-81dc-c3fa941236d7" providerId="ADAL" clId="{596607C7-6642-4BEE-859A-36CD3FB3046B}" dt="2025-07-15T17:59:52.416" v="2318" actId="20577"/>
          <ac:spMkLst>
            <pc:docMk/>
            <pc:sldMk cId="4226111771" sldId="403"/>
            <ac:spMk id="3" creationId="{EB5E93FB-5332-ECA6-9089-AFF532D27CD9}"/>
          </ac:spMkLst>
        </pc:spChg>
        <pc:extLst>
          <p:ext xmlns:p="http://schemas.openxmlformats.org/presentationml/2006/main" uri="{D6D511B9-2390-475A-947B-AFAB55BFBCF1}">
            <pc226:cmChg xmlns:pc226="http://schemas.microsoft.com/office/powerpoint/2022/06/main/command" chg="mod">
              <pc226:chgData name="Shawn West" userId="bcaf3c6b-bfc1-40d2-81dc-c3fa941236d7" providerId="ADAL" clId="{596607C7-6642-4BEE-859A-36CD3FB3046B}" dt="2025-07-15T17:59:52.416" v="2318" actId="20577"/>
              <pc2:cmMkLst xmlns:pc2="http://schemas.microsoft.com/office/powerpoint/2019/9/main/command">
                <pc:docMk/>
                <pc:sldMk cId="4226111771" sldId="403"/>
                <pc2:cmMk id="{5120BB2C-5A66-415A-9A94-4C8F5FD175E0}"/>
              </pc2:cmMkLst>
            </pc226:cmChg>
          </p:ext>
        </pc:extLst>
      </pc:sldChg>
      <pc:sldChg chg="addSp delSp modSp mod modNotesTx">
        <pc:chgData name="Shawn West" userId="bcaf3c6b-bfc1-40d2-81dc-c3fa941236d7" providerId="ADAL" clId="{596607C7-6642-4BEE-859A-36CD3FB3046B}" dt="2025-07-09T16:51:28.665" v="956" actId="6549"/>
        <pc:sldMkLst>
          <pc:docMk/>
          <pc:sldMk cId="387276960" sldId="417"/>
        </pc:sldMkLst>
      </pc:sldChg>
      <pc:sldChg chg="addSp modSp mod modCm modNotesTx">
        <pc:chgData name="Shawn West" userId="bcaf3c6b-bfc1-40d2-81dc-c3fa941236d7" providerId="ADAL" clId="{596607C7-6642-4BEE-859A-36CD3FB3046B}" dt="2025-07-09T16:27:30.708" v="915" actId="6549"/>
        <pc:sldMkLst>
          <pc:docMk/>
          <pc:sldMk cId="2331263732" sldId="451"/>
        </pc:sldMkLst>
        <pc:extLst>
          <p:ext xmlns:p="http://schemas.openxmlformats.org/presentationml/2006/main" uri="{D6D511B9-2390-475A-947B-AFAB55BFBCF1}">
            <pc226:cmChg xmlns:pc226="http://schemas.microsoft.com/office/powerpoint/2022/06/main/command" chg="mod">
              <pc226:chgData name="Shawn West" userId="bcaf3c6b-bfc1-40d2-81dc-c3fa941236d7" providerId="ADAL" clId="{596607C7-6642-4BEE-859A-36CD3FB3046B}" dt="2025-07-09T16:27:30.708" v="915" actId="6549"/>
              <pc2:cmMkLst xmlns:pc2="http://schemas.microsoft.com/office/powerpoint/2019/9/main/command">
                <pc:docMk/>
                <pc:sldMk cId="2331263732" sldId="451"/>
                <pc2:cmMk id="{F666A07E-6625-403F-9399-D2F98D61FACC}"/>
              </pc2:cmMkLst>
            </pc226:cmChg>
          </p:ext>
        </pc:extLst>
      </pc:sldChg>
      <pc:sldChg chg="modSp mod modNotesTx">
        <pc:chgData name="Shawn West" userId="bcaf3c6b-bfc1-40d2-81dc-c3fa941236d7" providerId="ADAL" clId="{596607C7-6642-4BEE-859A-36CD3FB3046B}" dt="2025-07-08T23:50:15.090" v="97" actId="6549"/>
        <pc:sldMkLst>
          <pc:docMk/>
          <pc:sldMk cId="1214815442" sldId="452"/>
        </pc:sldMkLst>
      </pc:sldChg>
      <pc:sldChg chg="addSp delSp modSp mod">
        <pc:chgData name="Shawn West" userId="bcaf3c6b-bfc1-40d2-81dc-c3fa941236d7" providerId="ADAL" clId="{596607C7-6642-4BEE-859A-36CD3FB3046B}" dt="2025-07-14T13:17:45.799" v="1659" actId="1076"/>
        <pc:sldMkLst>
          <pc:docMk/>
          <pc:sldMk cId="2179535694" sldId="453"/>
        </pc:sldMkLst>
        <pc:spChg chg="mod">
          <ac:chgData name="Shawn West" userId="bcaf3c6b-bfc1-40d2-81dc-c3fa941236d7" providerId="ADAL" clId="{596607C7-6642-4BEE-859A-36CD3FB3046B}" dt="2025-07-14T13:16:29.294" v="1650" actId="20577"/>
          <ac:spMkLst>
            <pc:docMk/>
            <pc:sldMk cId="2179535694" sldId="453"/>
            <ac:spMk id="11" creationId="{1323AC92-48B1-AED7-C218-A1161F60363D}"/>
          </ac:spMkLst>
        </pc:spChg>
        <pc:picChg chg="add mod modCrop">
          <ac:chgData name="Shawn West" userId="bcaf3c6b-bfc1-40d2-81dc-c3fa941236d7" providerId="ADAL" clId="{596607C7-6642-4BEE-859A-36CD3FB3046B}" dt="2025-07-14T13:17:45.799" v="1659" actId="1076"/>
          <ac:picMkLst>
            <pc:docMk/>
            <pc:sldMk cId="2179535694" sldId="453"/>
            <ac:picMk id="16" creationId="{8252D9FB-BC7D-FB78-5705-A01D8EB34815}"/>
          </ac:picMkLst>
        </pc:picChg>
      </pc:sldChg>
      <pc:sldChg chg="addSp delSp modSp mod modNotesTx">
        <pc:chgData name="Shawn West" userId="bcaf3c6b-bfc1-40d2-81dc-c3fa941236d7" providerId="ADAL" clId="{596607C7-6642-4BEE-859A-36CD3FB3046B}" dt="2025-07-09T16:23:46.379" v="892" actId="403"/>
        <pc:sldMkLst>
          <pc:docMk/>
          <pc:sldMk cId="1211089408" sldId="454"/>
        </pc:sldMkLst>
      </pc:sldChg>
      <pc:sldChg chg="modSp mod modNotesTx">
        <pc:chgData name="Shawn West" userId="bcaf3c6b-bfc1-40d2-81dc-c3fa941236d7" providerId="ADAL" clId="{596607C7-6642-4BEE-859A-36CD3FB3046B}" dt="2025-07-09T16:23:53.681" v="893" actId="403"/>
        <pc:sldMkLst>
          <pc:docMk/>
          <pc:sldMk cId="3249715403" sldId="455"/>
        </pc:sldMkLst>
      </pc:sldChg>
      <pc:sldChg chg="modSp mod modNotesTx">
        <pc:chgData name="Shawn West" userId="bcaf3c6b-bfc1-40d2-81dc-c3fa941236d7" providerId="ADAL" clId="{596607C7-6642-4BEE-859A-36CD3FB3046B}" dt="2025-07-09T16:24:33.328" v="896" actId="2711"/>
        <pc:sldMkLst>
          <pc:docMk/>
          <pc:sldMk cId="1333759390" sldId="456"/>
        </pc:sldMkLst>
      </pc:sldChg>
      <pc:sldChg chg="modSp mod modNotesTx">
        <pc:chgData name="Shawn West" userId="bcaf3c6b-bfc1-40d2-81dc-c3fa941236d7" providerId="ADAL" clId="{596607C7-6642-4BEE-859A-36CD3FB3046B}" dt="2025-07-09T16:24:40.619" v="897" actId="2711"/>
        <pc:sldMkLst>
          <pc:docMk/>
          <pc:sldMk cId="3532450876" sldId="457"/>
        </pc:sldMkLst>
      </pc:sldChg>
      <pc:sldChg chg="modSp mod modNotesTx">
        <pc:chgData name="Shawn West" userId="bcaf3c6b-bfc1-40d2-81dc-c3fa941236d7" providerId="ADAL" clId="{596607C7-6642-4BEE-859A-36CD3FB3046B}" dt="2025-07-09T16:24:49.057" v="898" actId="2711"/>
        <pc:sldMkLst>
          <pc:docMk/>
          <pc:sldMk cId="3543505054" sldId="458"/>
        </pc:sldMkLst>
      </pc:sldChg>
      <pc:sldChg chg="modSp mod modNotesTx">
        <pc:chgData name="Shawn West" userId="bcaf3c6b-bfc1-40d2-81dc-c3fa941236d7" providerId="ADAL" clId="{596607C7-6642-4BEE-859A-36CD3FB3046B}" dt="2025-07-09T16:24:58.807" v="900" actId="2711"/>
        <pc:sldMkLst>
          <pc:docMk/>
          <pc:sldMk cId="2920801307" sldId="459"/>
        </pc:sldMkLst>
      </pc:sldChg>
      <pc:sldChg chg="modSp mod modNotesTx">
        <pc:chgData name="Shawn West" userId="bcaf3c6b-bfc1-40d2-81dc-c3fa941236d7" providerId="ADAL" clId="{596607C7-6642-4BEE-859A-36CD3FB3046B}" dt="2025-07-09T16:25:09.369" v="901" actId="403"/>
        <pc:sldMkLst>
          <pc:docMk/>
          <pc:sldMk cId="4266317718" sldId="460"/>
        </pc:sldMkLst>
      </pc:sldChg>
      <pc:sldChg chg="addSp delSp modSp mod modClrScheme chgLayout">
        <pc:chgData name="Shawn West" userId="bcaf3c6b-bfc1-40d2-81dc-c3fa941236d7" providerId="ADAL" clId="{596607C7-6642-4BEE-859A-36CD3FB3046B}" dt="2025-07-16T23:06:30.867" v="2503" actId="26606"/>
        <pc:sldMkLst>
          <pc:docMk/>
          <pc:sldMk cId="215740017" sldId="465"/>
        </pc:sldMkLst>
        <pc:spChg chg="mod ord">
          <ac:chgData name="Shawn West" userId="bcaf3c6b-bfc1-40d2-81dc-c3fa941236d7" providerId="ADAL" clId="{596607C7-6642-4BEE-859A-36CD3FB3046B}" dt="2025-07-16T23:06:30.867" v="2503" actId="26606"/>
          <ac:spMkLst>
            <pc:docMk/>
            <pc:sldMk cId="215740017" sldId="465"/>
            <ac:spMk id="2" creationId="{E1D25653-433B-5234-E898-2C23050C4A75}"/>
          </ac:spMkLst>
        </pc:spChg>
        <pc:spChg chg="mod">
          <ac:chgData name="Shawn West" userId="bcaf3c6b-bfc1-40d2-81dc-c3fa941236d7" providerId="ADAL" clId="{596607C7-6642-4BEE-859A-36CD3FB3046B}" dt="2025-07-16T23:06:30.867" v="2503" actId="26606"/>
          <ac:spMkLst>
            <pc:docMk/>
            <pc:sldMk cId="215740017" sldId="465"/>
            <ac:spMk id="4" creationId="{C7651448-72A6-43CF-37AB-CC6E467406CC}"/>
          </ac:spMkLst>
        </pc:spChg>
        <pc:spChg chg="mod">
          <ac:chgData name="Shawn West" userId="bcaf3c6b-bfc1-40d2-81dc-c3fa941236d7" providerId="ADAL" clId="{596607C7-6642-4BEE-859A-36CD3FB3046B}" dt="2025-07-16T23:06:30.867" v="2503" actId="26606"/>
          <ac:spMkLst>
            <pc:docMk/>
            <pc:sldMk cId="215740017" sldId="465"/>
            <ac:spMk id="5" creationId="{FB748E5B-1494-BD0E-4D8A-3AF79FA7812C}"/>
          </ac:spMkLst>
        </pc:spChg>
        <pc:spChg chg="mod ord">
          <ac:chgData name="Shawn West" userId="bcaf3c6b-bfc1-40d2-81dc-c3fa941236d7" providerId="ADAL" clId="{596607C7-6642-4BEE-859A-36CD3FB3046B}" dt="2025-07-16T23:06:30.867" v="2503" actId="26606"/>
          <ac:spMkLst>
            <pc:docMk/>
            <pc:sldMk cId="215740017" sldId="465"/>
            <ac:spMk id="8" creationId="{849B7032-5B37-2B1C-D6B4-668EE36DD067}"/>
          </ac:spMkLst>
        </pc:spChg>
        <pc:picChg chg="add mod ord">
          <ac:chgData name="Shawn West" userId="bcaf3c6b-bfc1-40d2-81dc-c3fa941236d7" providerId="ADAL" clId="{596607C7-6642-4BEE-859A-36CD3FB3046B}" dt="2025-07-16T23:06:30.867" v="2503" actId="26606"/>
          <ac:picMkLst>
            <pc:docMk/>
            <pc:sldMk cId="215740017" sldId="465"/>
            <ac:picMk id="12" creationId="{4BE1F745-16A8-7E5D-9050-172A50D3DB33}"/>
          </ac:picMkLst>
        </pc:picChg>
      </pc:sldChg>
      <pc:sldChg chg="addSp modSp mod">
        <pc:chgData name="Shawn West" userId="bcaf3c6b-bfc1-40d2-81dc-c3fa941236d7" providerId="ADAL" clId="{596607C7-6642-4BEE-859A-36CD3FB3046B}" dt="2025-07-16T22:49:05.562" v="2497" actId="113"/>
        <pc:sldMkLst>
          <pc:docMk/>
          <pc:sldMk cId="3264215488" sldId="466"/>
        </pc:sldMkLst>
        <pc:spChg chg="mod">
          <ac:chgData name="Shawn West" userId="bcaf3c6b-bfc1-40d2-81dc-c3fa941236d7" providerId="ADAL" clId="{596607C7-6642-4BEE-859A-36CD3FB3046B}" dt="2025-07-16T22:47:18.619" v="2459" actId="20577"/>
          <ac:spMkLst>
            <pc:docMk/>
            <pc:sldMk cId="3264215488" sldId="466"/>
            <ac:spMk id="2" creationId="{A22ABE33-15AB-F0BD-6BA7-7B06B3E560DB}"/>
          </ac:spMkLst>
        </pc:spChg>
        <pc:spChg chg="mod">
          <ac:chgData name="Shawn West" userId="bcaf3c6b-bfc1-40d2-81dc-c3fa941236d7" providerId="ADAL" clId="{596607C7-6642-4BEE-859A-36CD3FB3046B}" dt="2025-07-16T22:47:03.208" v="2450" actId="20577"/>
          <ac:spMkLst>
            <pc:docMk/>
            <pc:sldMk cId="3264215488" sldId="466"/>
            <ac:spMk id="3" creationId="{C958CCF9-4296-9E9E-0FD9-BBC67F43188D}"/>
          </ac:spMkLst>
        </pc:spChg>
        <pc:spChg chg="add mod">
          <ac:chgData name="Shawn West" userId="bcaf3c6b-bfc1-40d2-81dc-c3fa941236d7" providerId="ADAL" clId="{596607C7-6642-4BEE-859A-36CD3FB3046B}" dt="2025-07-16T22:49:05.562" v="2497" actId="113"/>
          <ac:spMkLst>
            <pc:docMk/>
            <pc:sldMk cId="3264215488" sldId="466"/>
            <ac:spMk id="11" creationId="{73B8C4ED-DC89-BB06-2096-E36E111F4ED8}"/>
          </ac:spMkLst>
        </pc:spChg>
        <pc:picChg chg="add mod">
          <ac:chgData name="Shawn West" userId="bcaf3c6b-bfc1-40d2-81dc-c3fa941236d7" providerId="ADAL" clId="{596607C7-6642-4BEE-859A-36CD3FB3046B}" dt="2025-07-16T22:46:57.011" v="2449" actId="1036"/>
          <ac:picMkLst>
            <pc:docMk/>
            <pc:sldMk cId="3264215488" sldId="466"/>
            <ac:picMk id="7" creationId="{395BD37C-7152-1053-29A0-E96C374B4414}"/>
          </ac:picMkLst>
        </pc:picChg>
        <pc:picChg chg="add mod">
          <ac:chgData name="Shawn West" userId="bcaf3c6b-bfc1-40d2-81dc-c3fa941236d7" providerId="ADAL" clId="{596607C7-6642-4BEE-859A-36CD3FB3046B}" dt="2025-07-16T22:46:45.976" v="2432" actId="1076"/>
          <ac:picMkLst>
            <pc:docMk/>
            <pc:sldMk cId="3264215488" sldId="466"/>
            <ac:picMk id="9" creationId="{9B9CB6DB-E666-9617-EE94-25D13327A21B}"/>
          </ac:picMkLst>
        </pc:picChg>
      </pc:sldChg>
      <pc:sldChg chg="del">
        <pc:chgData name="Shawn West" userId="bcaf3c6b-bfc1-40d2-81dc-c3fa941236d7" providerId="ADAL" clId="{596607C7-6642-4BEE-859A-36CD3FB3046B}" dt="2025-07-09T12:47:24.136" v="623" actId="47"/>
        <pc:sldMkLst>
          <pc:docMk/>
          <pc:sldMk cId="4092271043" sldId="468"/>
        </pc:sldMkLst>
      </pc:sldChg>
      <pc:sldChg chg="addSp delSp modSp mod">
        <pc:chgData name="Shawn West" userId="bcaf3c6b-bfc1-40d2-81dc-c3fa941236d7" providerId="ADAL" clId="{596607C7-6642-4BEE-859A-36CD3FB3046B}" dt="2025-07-10T18:09:36.420" v="994" actId="1076"/>
        <pc:sldMkLst>
          <pc:docMk/>
          <pc:sldMk cId="26432446" sldId="470"/>
        </pc:sldMkLst>
      </pc:sldChg>
      <pc:sldChg chg="addSp delSp modSp mod modNotesTx">
        <pc:chgData name="Shawn West" userId="bcaf3c6b-bfc1-40d2-81dc-c3fa941236d7" providerId="ADAL" clId="{596607C7-6642-4BEE-859A-36CD3FB3046B}" dt="2025-07-15T18:24:37.154" v="2327" actId="208"/>
        <pc:sldMkLst>
          <pc:docMk/>
          <pc:sldMk cId="574261375" sldId="471"/>
        </pc:sldMkLst>
        <pc:spChg chg="mod">
          <ac:chgData name="Shawn West" userId="bcaf3c6b-bfc1-40d2-81dc-c3fa941236d7" providerId="ADAL" clId="{596607C7-6642-4BEE-859A-36CD3FB3046B}" dt="2025-07-15T18:24:24.728" v="2324" actId="1076"/>
          <ac:spMkLst>
            <pc:docMk/>
            <pc:sldMk cId="574261375" sldId="471"/>
            <ac:spMk id="7" creationId="{B0F03C3F-3F4C-C3F7-6C62-3B574367C8B6}"/>
          </ac:spMkLst>
        </pc:spChg>
        <pc:picChg chg="add mod">
          <ac:chgData name="Shawn West" userId="bcaf3c6b-bfc1-40d2-81dc-c3fa941236d7" providerId="ADAL" clId="{596607C7-6642-4BEE-859A-36CD3FB3046B}" dt="2025-07-15T18:24:37.154" v="2327" actId="208"/>
          <ac:picMkLst>
            <pc:docMk/>
            <pc:sldMk cId="574261375" sldId="471"/>
            <ac:picMk id="10" creationId="{C84A940A-917B-ED91-25AD-6FC6FC1A35B1}"/>
          </ac:picMkLst>
        </pc:picChg>
      </pc:sldChg>
      <pc:sldChg chg="addSp delSp modSp mod">
        <pc:chgData name="Shawn West" userId="bcaf3c6b-bfc1-40d2-81dc-c3fa941236d7" providerId="ADAL" clId="{596607C7-6642-4BEE-859A-36CD3FB3046B}" dt="2025-07-11T12:36:37.868" v="1311" actId="1036"/>
        <pc:sldMkLst>
          <pc:docMk/>
          <pc:sldMk cId="2359309608" sldId="474"/>
        </pc:sldMkLst>
      </pc:sldChg>
      <pc:sldChg chg="addSp delSp modSp mod">
        <pc:chgData name="Shawn West" userId="bcaf3c6b-bfc1-40d2-81dc-c3fa941236d7" providerId="ADAL" clId="{596607C7-6642-4BEE-859A-36CD3FB3046B}" dt="2025-07-11T12:47:00.364" v="1345" actId="20577"/>
        <pc:sldMkLst>
          <pc:docMk/>
          <pc:sldMk cId="3552952891" sldId="475"/>
        </pc:sldMkLst>
      </pc:sldChg>
      <pc:sldChg chg="addSp delSp modSp mod modNotesTx">
        <pc:chgData name="Shawn West" userId="bcaf3c6b-bfc1-40d2-81dc-c3fa941236d7" providerId="ADAL" clId="{596607C7-6642-4BEE-859A-36CD3FB3046B}" dt="2025-07-11T03:44:04.941" v="1266" actId="478"/>
        <pc:sldMkLst>
          <pc:docMk/>
          <pc:sldMk cId="2230329795" sldId="476"/>
        </pc:sldMkLst>
      </pc:sldChg>
      <pc:sldChg chg="addSp delSp modSp mod">
        <pc:chgData name="Shawn West" userId="bcaf3c6b-bfc1-40d2-81dc-c3fa941236d7" providerId="ADAL" clId="{596607C7-6642-4BEE-859A-36CD3FB3046B}" dt="2025-07-15T17:59:13.088" v="2307" actId="113"/>
        <pc:sldMkLst>
          <pc:docMk/>
          <pc:sldMk cId="2962170263" sldId="478"/>
        </pc:sldMkLst>
        <pc:spChg chg="mod">
          <ac:chgData name="Shawn West" userId="bcaf3c6b-bfc1-40d2-81dc-c3fa941236d7" providerId="ADAL" clId="{596607C7-6642-4BEE-859A-36CD3FB3046B}" dt="2025-07-15T17:59:13.088" v="2307" actId="113"/>
          <ac:spMkLst>
            <pc:docMk/>
            <pc:sldMk cId="2962170263" sldId="478"/>
            <ac:spMk id="12" creationId="{9A808762-98CE-F678-40FF-A69D972F3AAC}"/>
          </ac:spMkLst>
        </pc:spChg>
        <pc:picChg chg="add mod">
          <ac:chgData name="Shawn West" userId="bcaf3c6b-bfc1-40d2-81dc-c3fa941236d7" providerId="ADAL" clId="{596607C7-6642-4BEE-859A-36CD3FB3046B}" dt="2025-07-14T21:24:27.880" v="1948" actId="1076"/>
          <ac:picMkLst>
            <pc:docMk/>
            <pc:sldMk cId="2962170263" sldId="478"/>
            <ac:picMk id="7" creationId="{02493686-A495-946E-7163-BCC1730AC2F5}"/>
          </ac:picMkLst>
        </pc:picChg>
      </pc:sldChg>
      <pc:sldChg chg="del">
        <pc:chgData name="Shawn West" userId="bcaf3c6b-bfc1-40d2-81dc-c3fa941236d7" providerId="ADAL" clId="{596607C7-6642-4BEE-859A-36CD3FB3046B}" dt="2025-07-10T19:13:52.309" v="1129" actId="47"/>
        <pc:sldMkLst>
          <pc:docMk/>
          <pc:sldMk cId="2443618947" sldId="480"/>
        </pc:sldMkLst>
      </pc:sldChg>
      <pc:sldChg chg="del">
        <pc:chgData name="Shawn West" userId="bcaf3c6b-bfc1-40d2-81dc-c3fa941236d7" providerId="ADAL" clId="{596607C7-6642-4BEE-859A-36CD3FB3046B}" dt="2025-07-09T14:24:10.797" v="673" actId="2696"/>
        <pc:sldMkLst>
          <pc:docMk/>
          <pc:sldMk cId="136139271" sldId="482"/>
        </pc:sldMkLst>
      </pc:sldChg>
      <pc:sldChg chg="addSp delSp modSp add mod modNotesTx">
        <pc:chgData name="Shawn West" userId="bcaf3c6b-bfc1-40d2-81dc-c3fa941236d7" providerId="ADAL" clId="{596607C7-6642-4BEE-859A-36CD3FB3046B}" dt="2025-07-15T21:11:01.269" v="2342" actId="1076"/>
        <pc:sldMkLst>
          <pc:docMk/>
          <pc:sldMk cId="1914074151" sldId="482"/>
        </pc:sldMkLst>
        <pc:spChg chg="mod">
          <ac:chgData name="Shawn West" userId="bcaf3c6b-bfc1-40d2-81dc-c3fa941236d7" providerId="ADAL" clId="{596607C7-6642-4BEE-859A-36CD3FB3046B}" dt="2025-07-15T21:11:01.269" v="2342" actId="1076"/>
          <ac:spMkLst>
            <pc:docMk/>
            <pc:sldMk cId="1914074151" sldId="482"/>
            <ac:spMk id="12" creationId="{65CF7445-E5B4-6AE4-188B-DF9457D094D9}"/>
          </ac:spMkLst>
        </pc:spChg>
        <pc:picChg chg="add mod">
          <ac:chgData name="Shawn West" userId="bcaf3c6b-bfc1-40d2-81dc-c3fa941236d7" providerId="ADAL" clId="{596607C7-6642-4BEE-859A-36CD3FB3046B}" dt="2025-07-15T21:10:56.004" v="2340" actId="1076"/>
          <ac:picMkLst>
            <pc:docMk/>
            <pc:sldMk cId="1914074151" sldId="482"/>
            <ac:picMk id="9" creationId="{505E625A-76FA-B562-FA64-39C0B7029F49}"/>
          </ac:picMkLst>
        </pc:picChg>
      </pc:sldChg>
      <pc:sldChg chg="addSp delSp modSp mod modNotesTx">
        <pc:chgData name="Shawn West" userId="bcaf3c6b-bfc1-40d2-81dc-c3fa941236d7" providerId="ADAL" clId="{596607C7-6642-4BEE-859A-36CD3FB3046B}" dt="2025-07-14T21:59:23.426" v="1985" actId="1076"/>
        <pc:sldMkLst>
          <pc:docMk/>
          <pc:sldMk cId="708599067" sldId="484"/>
        </pc:sldMkLst>
        <pc:spChg chg="mod">
          <ac:chgData name="Shawn West" userId="bcaf3c6b-bfc1-40d2-81dc-c3fa941236d7" providerId="ADAL" clId="{596607C7-6642-4BEE-859A-36CD3FB3046B}" dt="2025-07-14T21:59:12.847" v="1967" actId="6549"/>
          <ac:spMkLst>
            <pc:docMk/>
            <pc:sldMk cId="708599067" sldId="484"/>
            <ac:spMk id="3" creationId="{3288FCDB-5B14-1D8B-08C3-EA5D50E609ED}"/>
          </ac:spMkLst>
        </pc:spChg>
        <pc:spChg chg="mod">
          <ac:chgData name="Shawn West" userId="bcaf3c6b-bfc1-40d2-81dc-c3fa941236d7" providerId="ADAL" clId="{596607C7-6642-4BEE-859A-36CD3FB3046B}" dt="2025-07-14T21:59:03.282" v="1962" actId="1076"/>
          <ac:spMkLst>
            <pc:docMk/>
            <pc:sldMk cId="708599067" sldId="484"/>
            <ac:spMk id="5" creationId="{EE0DFA24-972F-FACE-4507-0DACCEDC2DD5}"/>
          </ac:spMkLst>
        </pc:spChg>
        <pc:picChg chg="add mod">
          <ac:chgData name="Shawn West" userId="bcaf3c6b-bfc1-40d2-81dc-c3fa941236d7" providerId="ADAL" clId="{596607C7-6642-4BEE-859A-36CD3FB3046B}" dt="2025-07-14T21:59:23.426" v="1985" actId="1076"/>
          <ac:picMkLst>
            <pc:docMk/>
            <pc:sldMk cId="708599067" sldId="484"/>
            <ac:picMk id="7" creationId="{691488B2-687C-D1B3-07E8-1324BAF20714}"/>
          </ac:picMkLst>
        </pc:picChg>
        <pc:picChg chg="add mod">
          <ac:chgData name="Shawn West" userId="bcaf3c6b-bfc1-40d2-81dc-c3fa941236d7" providerId="ADAL" clId="{596607C7-6642-4BEE-859A-36CD3FB3046B}" dt="2025-07-14T21:59:18.037" v="1982" actId="1036"/>
          <ac:picMkLst>
            <pc:docMk/>
            <pc:sldMk cId="708599067" sldId="484"/>
            <ac:picMk id="13" creationId="{F1F287D6-61D3-B063-1A59-81D5725251D4}"/>
          </ac:picMkLst>
        </pc:picChg>
        <pc:picChg chg="add mod">
          <ac:chgData name="Shawn West" userId="bcaf3c6b-bfc1-40d2-81dc-c3fa941236d7" providerId="ADAL" clId="{596607C7-6642-4BEE-859A-36CD3FB3046B}" dt="2025-07-14T21:59:18.037" v="1982" actId="1036"/>
          <ac:picMkLst>
            <pc:docMk/>
            <pc:sldMk cId="708599067" sldId="484"/>
            <ac:picMk id="14" creationId="{815A0EB0-69DB-332C-81FB-74751215952E}"/>
          </ac:picMkLst>
        </pc:picChg>
      </pc:sldChg>
      <pc:sldChg chg="addSp delSp modSp mod modNotesTx">
        <pc:chgData name="Shawn West" userId="bcaf3c6b-bfc1-40d2-81dc-c3fa941236d7" providerId="ADAL" clId="{596607C7-6642-4BEE-859A-36CD3FB3046B}" dt="2025-07-09T12:09:23.147" v="622" actId="404"/>
        <pc:sldMkLst>
          <pc:docMk/>
          <pc:sldMk cId="3937413718" sldId="485"/>
        </pc:sldMkLst>
      </pc:sldChg>
      <pc:sldChg chg="del">
        <pc:chgData name="Shawn West" userId="bcaf3c6b-bfc1-40d2-81dc-c3fa941236d7" providerId="ADAL" clId="{596607C7-6642-4BEE-859A-36CD3FB3046B}" dt="2025-07-11T13:20:04.878" v="1437" actId="47"/>
        <pc:sldMkLst>
          <pc:docMk/>
          <pc:sldMk cId="1506956132" sldId="487"/>
        </pc:sldMkLst>
      </pc:sldChg>
      <pc:sldChg chg="del ord">
        <pc:chgData name="Shawn West" userId="bcaf3c6b-bfc1-40d2-81dc-c3fa941236d7" providerId="ADAL" clId="{596607C7-6642-4BEE-859A-36CD3FB3046B}" dt="2025-07-15T17:56:08.995" v="2298" actId="47"/>
        <pc:sldMkLst>
          <pc:docMk/>
          <pc:sldMk cId="2682253299" sldId="488"/>
        </pc:sldMkLst>
      </pc:sldChg>
      <pc:sldChg chg="addSp delSp modSp add del mod">
        <pc:chgData name="Shawn West" userId="bcaf3c6b-bfc1-40d2-81dc-c3fa941236d7" providerId="ADAL" clId="{596607C7-6642-4BEE-859A-36CD3FB3046B}" dt="2025-07-14T13:26:06.072" v="1697" actId="47"/>
        <pc:sldMkLst>
          <pc:docMk/>
          <pc:sldMk cId="3389145949" sldId="497"/>
        </pc:sldMkLst>
        <pc:spChg chg="mod">
          <ac:chgData name="Shawn West" userId="bcaf3c6b-bfc1-40d2-81dc-c3fa941236d7" providerId="ADAL" clId="{596607C7-6642-4BEE-859A-36CD3FB3046B}" dt="2025-07-14T13:20:39.631" v="1676" actId="20577"/>
          <ac:spMkLst>
            <pc:docMk/>
            <pc:sldMk cId="3389145949" sldId="497"/>
            <ac:spMk id="2" creationId="{15DFB6C9-DC01-7194-A2A4-5147A5BF39D9}"/>
          </ac:spMkLst>
        </pc:spChg>
        <pc:picChg chg="add mod">
          <ac:chgData name="Shawn West" userId="bcaf3c6b-bfc1-40d2-81dc-c3fa941236d7" providerId="ADAL" clId="{596607C7-6642-4BEE-859A-36CD3FB3046B}" dt="2025-07-14T13:19:13.073" v="1664" actId="1076"/>
          <ac:picMkLst>
            <pc:docMk/>
            <pc:sldMk cId="3389145949" sldId="497"/>
            <ac:picMk id="13" creationId="{6A7C8E0A-38AC-8156-3EF7-71695CAFAEB4}"/>
          </ac:picMkLst>
        </pc:picChg>
        <pc:picChg chg="add mod">
          <ac:chgData name="Shawn West" userId="bcaf3c6b-bfc1-40d2-81dc-c3fa941236d7" providerId="ADAL" clId="{596607C7-6642-4BEE-859A-36CD3FB3046B}" dt="2025-07-14T13:19:42.080" v="1667" actId="1076"/>
          <ac:picMkLst>
            <pc:docMk/>
            <pc:sldMk cId="3389145949" sldId="497"/>
            <ac:picMk id="17" creationId="{AB82E067-3493-FF7C-C180-1B5A432EE46F}"/>
          </ac:picMkLst>
        </pc:picChg>
        <pc:picChg chg="add mod">
          <ac:chgData name="Shawn West" userId="bcaf3c6b-bfc1-40d2-81dc-c3fa941236d7" providerId="ADAL" clId="{596607C7-6642-4BEE-859A-36CD3FB3046B}" dt="2025-07-14T13:20:50.379" v="1679" actId="1076"/>
          <ac:picMkLst>
            <pc:docMk/>
            <pc:sldMk cId="3389145949" sldId="497"/>
            <ac:picMk id="19" creationId="{4CB9B481-2885-E871-035F-CD2B71152275}"/>
          </ac:picMkLst>
        </pc:picChg>
      </pc:sldChg>
      <pc:sldChg chg="addSp modSp mod modNotesTx">
        <pc:chgData name="Shawn West" userId="bcaf3c6b-bfc1-40d2-81dc-c3fa941236d7" providerId="ADAL" clId="{596607C7-6642-4BEE-859A-36CD3FB3046B}" dt="2025-07-13T15:23:15.490" v="1643" actId="403"/>
        <pc:sldMkLst>
          <pc:docMk/>
          <pc:sldMk cId="603027040" sldId="498"/>
        </pc:sldMkLst>
        <pc:spChg chg="mod">
          <ac:chgData name="Shawn West" userId="bcaf3c6b-bfc1-40d2-81dc-c3fa941236d7" providerId="ADAL" clId="{596607C7-6642-4BEE-859A-36CD3FB3046B}" dt="2025-07-13T15:23:15.490" v="1643" actId="403"/>
          <ac:spMkLst>
            <pc:docMk/>
            <pc:sldMk cId="603027040" sldId="498"/>
            <ac:spMk id="3" creationId="{92E98E3B-E715-0FF3-68EC-2AF7E0167D9A}"/>
          </ac:spMkLst>
        </pc:spChg>
      </pc:sldChg>
      <pc:sldChg chg="addSp delSp modSp mod modNotesTx">
        <pc:chgData name="Shawn West" userId="bcaf3c6b-bfc1-40d2-81dc-c3fa941236d7" providerId="ADAL" clId="{596607C7-6642-4BEE-859A-36CD3FB3046B}" dt="2025-07-13T15:22:27.894" v="1641" actId="1076"/>
        <pc:sldMkLst>
          <pc:docMk/>
          <pc:sldMk cId="3645261291" sldId="499"/>
        </pc:sldMkLst>
        <pc:spChg chg="mod">
          <ac:chgData name="Shawn West" userId="bcaf3c6b-bfc1-40d2-81dc-c3fa941236d7" providerId="ADAL" clId="{596607C7-6642-4BEE-859A-36CD3FB3046B}" dt="2025-07-13T15:22:14.572" v="1616" actId="14100"/>
          <ac:spMkLst>
            <pc:docMk/>
            <pc:sldMk cId="3645261291" sldId="499"/>
            <ac:spMk id="2" creationId="{ADC7AE14-B49D-C29F-4C86-FEEF3DB82812}"/>
          </ac:spMkLst>
        </pc:spChg>
        <pc:spChg chg="mod">
          <ac:chgData name="Shawn West" userId="bcaf3c6b-bfc1-40d2-81dc-c3fa941236d7" providerId="ADAL" clId="{596607C7-6642-4BEE-859A-36CD3FB3046B}" dt="2025-07-13T15:22:22.980" v="1640" actId="1037"/>
          <ac:spMkLst>
            <pc:docMk/>
            <pc:sldMk cId="3645261291" sldId="499"/>
            <ac:spMk id="6" creationId="{39CA216E-82C7-156F-4911-11D0549AECE4}"/>
          </ac:spMkLst>
        </pc:spChg>
        <pc:spChg chg="mod">
          <ac:chgData name="Shawn West" userId="bcaf3c6b-bfc1-40d2-81dc-c3fa941236d7" providerId="ADAL" clId="{596607C7-6642-4BEE-859A-36CD3FB3046B}" dt="2025-07-13T15:22:27.894" v="1641" actId="1076"/>
          <ac:spMkLst>
            <pc:docMk/>
            <pc:sldMk cId="3645261291" sldId="499"/>
            <ac:spMk id="7" creationId="{714C56C7-EF7C-1EA9-E87B-E11B225D69D6}"/>
          </ac:spMkLst>
        </pc:spChg>
        <pc:spChg chg="mod">
          <ac:chgData name="Shawn West" userId="bcaf3c6b-bfc1-40d2-81dc-c3fa941236d7" providerId="ADAL" clId="{596607C7-6642-4BEE-859A-36CD3FB3046B}" dt="2025-07-13T15:22:22.980" v="1640" actId="1037"/>
          <ac:spMkLst>
            <pc:docMk/>
            <pc:sldMk cId="3645261291" sldId="499"/>
            <ac:spMk id="15" creationId="{91BE873F-36EA-D363-9ECE-77A911E522B5}"/>
          </ac:spMkLst>
        </pc:spChg>
        <pc:picChg chg="add mod">
          <ac:chgData name="Shawn West" userId="bcaf3c6b-bfc1-40d2-81dc-c3fa941236d7" providerId="ADAL" clId="{596607C7-6642-4BEE-859A-36CD3FB3046B}" dt="2025-07-13T15:22:03.780" v="1615" actId="1076"/>
          <ac:picMkLst>
            <pc:docMk/>
            <pc:sldMk cId="3645261291" sldId="499"/>
            <ac:picMk id="11" creationId="{1A0A3DDA-24E8-CEE6-B76F-06452F586178}"/>
          </ac:picMkLst>
        </pc:picChg>
      </pc:sldChg>
      <pc:sldChg chg="del">
        <pc:chgData name="Shawn West" userId="bcaf3c6b-bfc1-40d2-81dc-c3fa941236d7" providerId="ADAL" clId="{596607C7-6642-4BEE-859A-36CD3FB3046B}" dt="2025-07-14T21:25:32.995" v="1949" actId="47"/>
        <pc:sldMkLst>
          <pc:docMk/>
          <pc:sldMk cId="799782535" sldId="500"/>
        </pc:sldMkLst>
      </pc:sldChg>
      <pc:sldChg chg="addSp modSp mod">
        <pc:chgData name="Shawn West" userId="bcaf3c6b-bfc1-40d2-81dc-c3fa941236d7" providerId="ADAL" clId="{596607C7-6642-4BEE-859A-36CD3FB3046B}" dt="2025-07-09T16:43:32.953" v="921" actId="1076"/>
        <pc:sldMkLst>
          <pc:docMk/>
          <pc:sldMk cId="3362821763" sldId="502"/>
        </pc:sldMkLst>
      </pc:sldChg>
      <pc:sldChg chg="addSp delSp modSp mod">
        <pc:chgData name="Shawn West" userId="bcaf3c6b-bfc1-40d2-81dc-c3fa941236d7" providerId="ADAL" clId="{596607C7-6642-4BEE-859A-36CD3FB3046B}" dt="2025-07-11T03:24:43.183" v="1208" actId="1076"/>
        <pc:sldMkLst>
          <pc:docMk/>
          <pc:sldMk cId="4071549525" sldId="503"/>
        </pc:sldMkLst>
      </pc:sldChg>
      <pc:sldChg chg="addSp modSp mod">
        <pc:chgData name="Shawn West" userId="bcaf3c6b-bfc1-40d2-81dc-c3fa941236d7" providerId="ADAL" clId="{596607C7-6642-4BEE-859A-36CD3FB3046B}" dt="2025-07-15T17:53:14.751" v="2296" actId="1036"/>
        <pc:sldMkLst>
          <pc:docMk/>
          <pc:sldMk cId="1771833481" sldId="506"/>
        </pc:sldMkLst>
        <pc:spChg chg="mod">
          <ac:chgData name="Shawn West" userId="bcaf3c6b-bfc1-40d2-81dc-c3fa941236d7" providerId="ADAL" clId="{596607C7-6642-4BEE-859A-36CD3FB3046B}" dt="2025-07-15T17:51:03.823" v="2266" actId="20577"/>
          <ac:spMkLst>
            <pc:docMk/>
            <pc:sldMk cId="1771833481" sldId="506"/>
            <ac:spMk id="2" creationId="{F90F181B-AD3F-0C82-3992-FB0D8C5773E7}"/>
          </ac:spMkLst>
        </pc:spChg>
        <pc:picChg chg="add mod">
          <ac:chgData name="Shawn West" userId="bcaf3c6b-bfc1-40d2-81dc-c3fa941236d7" providerId="ADAL" clId="{596607C7-6642-4BEE-859A-36CD3FB3046B}" dt="2025-07-15T17:53:14.751" v="2296" actId="1036"/>
          <ac:picMkLst>
            <pc:docMk/>
            <pc:sldMk cId="1771833481" sldId="506"/>
            <ac:picMk id="6" creationId="{3A787959-227E-7D03-5F15-943CD7D9BA6A}"/>
          </ac:picMkLst>
        </pc:picChg>
        <pc:picChg chg="add mod">
          <ac:chgData name="Shawn West" userId="bcaf3c6b-bfc1-40d2-81dc-c3fa941236d7" providerId="ADAL" clId="{596607C7-6642-4BEE-859A-36CD3FB3046B}" dt="2025-07-15T17:53:09.542" v="2289" actId="208"/>
          <ac:picMkLst>
            <pc:docMk/>
            <pc:sldMk cId="1771833481" sldId="506"/>
            <ac:picMk id="8" creationId="{7F3B007C-2A5B-4437-06C2-44444D2EEF92}"/>
          </ac:picMkLst>
        </pc:picChg>
      </pc:sldChg>
      <pc:sldChg chg="addSp delSp modSp add mod">
        <pc:chgData name="Shawn West" userId="bcaf3c6b-bfc1-40d2-81dc-c3fa941236d7" providerId="ADAL" clId="{596607C7-6642-4BEE-859A-36CD3FB3046B}" dt="2025-07-09T16:48:02.517" v="926" actId="1076"/>
        <pc:sldMkLst>
          <pc:docMk/>
          <pc:sldMk cId="2007554152" sldId="507"/>
        </pc:sldMkLst>
      </pc:sldChg>
      <pc:sldChg chg="addSp delSp modSp add mod ord">
        <pc:chgData name="Shawn West" userId="bcaf3c6b-bfc1-40d2-81dc-c3fa941236d7" providerId="ADAL" clId="{596607C7-6642-4BEE-859A-36CD3FB3046B}" dt="2025-07-15T11:25:18.686" v="2145" actId="1076"/>
        <pc:sldMkLst>
          <pc:docMk/>
          <pc:sldMk cId="1428288110" sldId="508"/>
        </pc:sldMkLst>
        <pc:spChg chg="add mod">
          <ac:chgData name="Shawn West" userId="bcaf3c6b-bfc1-40d2-81dc-c3fa941236d7" providerId="ADAL" clId="{596607C7-6642-4BEE-859A-36CD3FB3046B}" dt="2025-07-14T22:23:59.573" v="2082" actId="20577"/>
          <ac:spMkLst>
            <pc:docMk/>
            <pc:sldMk cId="1428288110" sldId="508"/>
            <ac:spMk id="11" creationId="{6B423A43-D7D6-6C00-91FB-968D5B84776F}"/>
          </ac:spMkLst>
        </pc:spChg>
        <pc:picChg chg="add mod">
          <ac:chgData name="Shawn West" userId="bcaf3c6b-bfc1-40d2-81dc-c3fa941236d7" providerId="ADAL" clId="{596607C7-6642-4BEE-859A-36CD3FB3046B}" dt="2025-07-15T11:25:18.686" v="2145" actId="1076"/>
          <ac:picMkLst>
            <pc:docMk/>
            <pc:sldMk cId="1428288110" sldId="508"/>
            <ac:picMk id="13" creationId="{85F8224A-6C13-C712-A46A-3DD8EE57B60C}"/>
          </ac:picMkLst>
        </pc:picChg>
      </pc:sldChg>
      <pc:sldChg chg="addSp delSp modSp add mod modNotesTx">
        <pc:chgData name="Shawn West" userId="bcaf3c6b-bfc1-40d2-81dc-c3fa941236d7" providerId="ADAL" clId="{596607C7-6642-4BEE-859A-36CD3FB3046B}" dt="2025-07-13T15:17:39.191" v="1490" actId="6549"/>
        <pc:sldMkLst>
          <pc:docMk/>
          <pc:sldMk cId="843874103" sldId="509"/>
        </pc:sldMkLst>
      </pc:sldChg>
      <pc:sldChg chg="addSp delSp modSp add mod">
        <pc:chgData name="Shawn West" userId="bcaf3c6b-bfc1-40d2-81dc-c3fa941236d7" providerId="ADAL" clId="{596607C7-6642-4BEE-859A-36CD3FB3046B}" dt="2025-07-14T22:28:46.678" v="2130" actId="5793"/>
        <pc:sldMkLst>
          <pc:docMk/>
          <pc:sldMk cId="1706916399" sldId="510"/>
        </pc:sldMkLst>
        <pc:spChg chg="mod">
          <ac:chgData name="Shawn West" userId="bcaf3c6b-bfc1-40d2-81dc-c3fa941236d7" providerId="ADAL" clId="{596607C7-6642-4BEE-859A-36CD3FB3046B}" dt="2025-07-14T22:28:46.678" v="2130" actId="5793"/>
          <ac:spMkLst>
            <pc:docMk/>
            <pc:sldMk cId="1706916399" sldId="510"/>
            <ac:spMk id="2" creationId="{A086FCBD-02BF-BD48-5C1F-FAE923F86AD5}"/>
          </ac:spMkLst>
        </pc:spChg>
      </pc:sldChg>
      <pc:sldChg chg="addSp delSp modSp add del mod modNotesTx">
        <pc:chgData name="Shawn West" userId="bcaf3c6b-bfc1-40d2-81dc-c3fa941236d7" providerId="ADAL" clId="{596607C7-6642-4BEE-859A-36CD3FB3046B}" dt="2025-07-10T18:18:35.013" v="1050" actId="47"/>
        <pc:sldMkLst>
          <pc:docMk/>
          <pc:sldMk cId="3640400127" sldId="510"/>
        </pc:sldMkLst>
      </pc:sldChg>
      <pc:sldChg chg="addSp delSp modSp add mod ord modClrScheme chgLayout">
        <pc:chgData name="Shawn West" userId="bcaf3c6b-bfc1-40d2-81dc-c3fa941236d7" providerId="ADAL" clId="{596607C7-6642-4BEE-859A-36CD3FB3046B}" dt="2025-07-11T12:38:40.420" v="1337" actId="1038"/>
        <pc:sldMkLst>
          <pc:docMk/>
          <pc:sldMk cId="174158597" sldId="511"/>
        </pc:sldMkLst>
      </pc:sldChg>
      <pc:sldChg chg="addSp delSp modSp add mod ord">
        <pc:chgData name="Shawn West" userId="bcaf3c6b-bfc1-40d2-81dc-c3fa941236d7" providerId="ADAL" clId="{596607C7-6642-4BEE-859A-36CD3FB3046B}" dt="2025-07-15T11:27:08.679" v="2187" actId="1038"/>
        <pc:sldMkLst>
          <pc:docMk/>
          <pc:sldMk cId="3212228885" sldId="512"/>
        </pc:sldMkLst>
        <pc:picChg chg="add mod">
          <ac:chgData name="Shawn West" userId="bcaf3c6b-bfc1-40d2-81dc-c3fa941236d7" providerId="ADAL" clId="{596607C7-6642-4BEE-859A-36CD3FB3046B}" dt="2025-07-15T11:26:56.177" v="2175" actId="1035"/>
          <ac:picMkLst>
            <pc:docMk/>
            <pc:sldMk cId="3212228885" sldId="512"/>
            <ac:picMk id="10" creationId="{96E01157-00EF-99C2-2B5A-2843775825B0}"/>
          </ac:picMkLst>
        </pc:picChg>
        <pc:picChg chg="add mod">
          <ac:chgData name="Shawn West" userId="bcaf3c6b-bfc1-40d2-81dc-c3fa941236d7" providerId="ADAL" clId="{596607C7-6642-4BEE-859A-36CD3FB3046B}" dt="2025-07-15T11:27:04.186" v="2179" actId="1035"/>
          <ac:picMkLst>
            <pc:docMk/>
            <pc:sldMk cId="3212228885" sldId="512"/>
            <ac:picMk id="12" creationId="{6F2B96EA-79D9-F1F4-D9EF-FC6E8473A861}"/>
          </ac:picMkLst>
        </pc:picChg>
        <pc:picChg chg="add mod modCrop">
          <ac:chgData name="Shawn West" userId="bcaf3c6b-bfc1-40d2-81dc-c3fa941236d7" providerId="ADAL" clId="{596607C7-6642-4BEE-859A-36CD3FB3046B}" dt="2025-07-15T11:27:08.679" v="2187" actId="1038"/>
          <ac:picMkLst>
            <pc:docMk/>
            <pc:sldMk cId="3212228885" sldId="512"/>
            <ac:picMk id="14" creationId="{000FE37C-7429-E7BD-6F31-C83D00B701C8}"/>
          </ac:picMkLst>
        </pc:picChg>
        <pc:picChg chg="add mod ord">
          <ac:chgData name="Shawn West" userId="bcaf3c6b-bfc1-40d2-81dc-c3fa941236d7" providerId="ADAL" clId="{596607C7-6642-4BEE-859A-36CD3FB3046B}" dt="2025-07-15T11:26:48.041" v="2162" actId="1037"/>
          <ac:picMkLst>
            <pc:docMk/>
            <pc:sldMk cId="3212228885" sldId="512"/>
            <ac:picMk id="20" creationId="{331A349C-2A09-7EA3-750F-00D0FF5A48D5}"/>
          </ac:picMkLst>
        </pc:picChg>
      </pc:sldChg>
      <pc:sldChg chg="addSp delSp modSp add mod">
        <pc:chgData name="Shawn West" userId="bcaf3c6b-bfc1-40d2-81dc-c3fa941236d7" providerId="ADAL" clId="{596607C7-6642-4BEE-859A-36CD3FB3046B}" dt="2025-07-11T13:17:40.026" v="1435" actId="113"/>
        <pc:sldMkLst>
          <pc:docMk/>
          <pc:sldMk cId="2581903038" sldId="513"/>
        </pc:sldMkLst>
      </pc:sldChg>
      <pc:sldChg chg="addSp delSp modSp add mod">
        <pc:chgData name="Shawn West" userId="bcaf3c6b-bfc1-40d2-81dc-c3fa941236d7" providerId="ADAL" clId="{596607C7-6642-4BEE-859A-36CD3FB3046B}" dt="2025-07-15T23:57:40.081" v="2366" actId="14100"/>
        <pc:sldMkLst>
          <pc:docMk/>
          <pc:sldMk cId="2402824684" sldId="514"/>
        </pc:sldMkLst>
        <pc:spChg chg="mod">
          <ac:chgData name="Shawn West" userId="bcaf3c6b-bfc1-40d2-81dc-c3fa941236d7" providerId="ADAL" clId="{596607C7-6642-4BEE-859A-36CD3FB3046B}" dt="2025-07-15T23:55:43.358" v="2352" actId="20577"/>
          <ac:spMkLst>
            <pc:docMk/>
            <pc:sldMk cId="2402824684" sldId="514"/>
            <ac:spMk id="2" creationId="{2AF301BA-37A1-AB51-080C-7D2074848B68}"/>
          </ac:spMkLst>
        </pc:spChg>
        <pc:picChg chg="add mod">
          <ac:chgData name="Shawn West" userId="bcaf3c6b-bfc1-40d2-81dc-c3fa941236d7" providerId="ADAL" clId="{596607C7-6642-4BEE-859A-36CD3FB3046B}" dt="2025-07-15T23:57:40.081" v="2366" actId="14100"/>
          <ac:picMkLst>
            <pc:docMk/>
            <pc:sldMk cId="2402824684" sldId="514"/>
            <ac:picMk id="9" creationId="{2EDCF552-3096-8B5C-20EF-F067903AE4D8}"/>
          </ac:picMkLst>
        </pc:picChg>
      </pc:sldChg>
      <pc:sldChg chg="delSp modSp add mod modNotesTx">
        <pc:chgData name="Shawn West" userId="bcaf3c6b-bfc1-40d2-81dc-c3fa941236d7" providerId="ADAL" clId="{596607C7-6642-4BEE-859A-36CD3FB3046B}" dt="2025-07-13T15:18:16.215" v="1497" actId="478"/>
        <pc:sldMkLst>
          <pc:docMk/>
          <pc:sldMk cId="1806071529" sldId="515"/>
        </pc:sldMkLst>
      </pc:sldChg>
      <pc:sldChg chg="addSp delSp modSp add mod">
        <pc:chgData name="Shawn West" userId="bcaf3c6b-bfc1-40d2-81dc-c3fa941236d7" providerId="ADAL" clId="{596607C7-6642-4BEE-859A-36CD3FB3046B}" dt="2025-07-14T13:43:03.767" v="1807" actId="14100"/>
        <pc:sldMkLst>
          <pc:docMk/>
          <pc:sldMk cId="2585810962" sldId="516"/>
        </pc:sldMkLst>
        <pc:spChg chg="mod">
          <ac:chgData name="Shawn West" userId="bcaf3c6b-bfc1-40d2-81dc-c3fa941236d7" providerId="ADAL" clId="{596607C7-6642-4BEE-859A-36CD3FB3046B}" dt="2025-07-14T13:36:01.470" v="1729" actId="20577"/>
          <ac:spMkLst>
            <pc:docMk/>
            <pc:sldMk cId="2585810962" sldId="516"/>
            <ac:spMk id="2" creationId="{52BAA51F-BCF1-470C-5A2E-D85D75D4D5B0}"/>
          </ac:spMkLst>
        </pc:spChg>
        <pc:picChg chg="add mod">
          <ac:chgData name="Shawn West" userId="bcaf3c6b-bfc1-40d2-81dc-c3fa941236d7" providerId="ADAL" clId="{596607C7-6642-4BEE-859A-36CD3FB3046B}" dt="2025-07-14T13:38:08.461" v="1750" actId="1076"/>
          <ac:picMkLst>
            <pc:docMk/>
            <pc:sldMk cId="2585810962" sldId="516"/>
            <ac:picMk id="8" creationId="{36CA98B8-8B88-7193-C87B-EEF4E7D02EEE}"/>
          </ac:picMkLst>
        </pc:picChg>
        <pc:picChg chg="add mod modCrop">
          <ac:chgData name="Shawn West" userId="bcaf3c6b-bfc1-40d2-81dc-c3fa941236d7" providerId="ADAL" clId="{596607C7-6642-4BEE-859A-36CD3FB3046B}" dt="2025-07-14T13:41:46.167" v="1777" actId="1076"/>
          <ac:picMkLst>
            <pc:docMk/>
            <pc:sldMk cId="2585810962" sldId="516"/>
            <ac:picMk id="11" creationId="{E21712EF-D705-268C-99A8-3BB59181557E}"/>
          </ac:picMkLst>
        </pc:picChg>
        <pc:picChg chg="add mod modCrop">
          <ac:chgData name="Shawn West" userId="bcaf3c6b-bfc1-40d2-81dc-c3fa941236d7" providerId="ADAL" clId="{596607C7-6642-4BEE-859A-36CD3FB3046B}" dt="2025-07-14T13:42:49.367" v="1802" actId="1076"/>
          <ac:picMkLst>
            <pc:docMk/>
            <pc:sldMk cId="2585810962" sldId="516"/>
            <ac:picMk id="14" creationId="{C504DC40-A056-C4C4-F6E6-D0BE5047ECAE}"/>
          </ac:picMkLst>
        </pc:picChg>
        <pc:picChg chg="add mod modCrop">
          <ac:chgData name="Shawn West" userId="bcaf3c6b-bfc1-40d2-81dc-c3fa941236d7" providerId="ADAL" clId="{596607C7-6642-4BEE-859A-36CD3FB3046B}" dt="2025-07-14T13:43:03.767" v="1807" actId="14100"/>
          <ac:picMkLst>
            <pc:docMk/>
            <pc:sldMk cId="2585810962" sldId="516"/>
            <ac:picMk id="15" creationId="{2B929910-CAB5-F356-E4B9-8314AE71E7C9}"/>
          </ac:picMkLst>
        </pc:picChg>
        <pc:picChg chg="add mod modCrop">
          <ac:chgData name="Shawn West" userId="bcaf3c6b-bfc1-40d2-81dc-c3fa941236d7" providerId="ADAL" clId="{596607C7-6642-4BEE-859A-36CD3FB3046B}" dt="2025-07-14T13:42:28.437" v="1796" actId="1076"/>
          <ac:picMkLst>
            <pc:docMk/>
            <pc:sldMk cId="2585810962" sldId="516"/>
            <ac:picMk id="16" creationId="{F2B38683-20DE-B20C-A0ED-52CC9DECCC81}"/>
          </ac:picMkLst>
        </pc:picChg>
      </pc:sldChg>
      <pc:sldChg chg="delSp modSp add del mod">
        <pc:chgData name="Shawn West" userId="bcaf3c6b-bfc1-40d2-81dc-c3fa941236d7" providerId="ADAL" clId="{596607C7-6642-4BEE-859A-36CD3FB3046B}" dt="2025-07-14T13:26:08.667" v="1698" actId="47"/>
        <pc:sldMkLst>
          <pc:docMk/>
          <pc:sldMk cId="3053352299" sldId="516"/>
        </pc:sldMkLst>
      </pc:sldChg>
      <pc:sldChg chg="addSp delSp modSp add mod">
        <pc:chgData name="Shawn West" userId="bcaf3c6b-bfc1-40d2-81dc-c3fa941236d7" providerId="ADAL" clId="{596607C7-6642-4BEE-859A-36CD3FB3046B}" dt="2025-07-14T13:49:08.964" v="1881" actId="1076"/>
        <pc:sldMkLst>
          <pc:docMk/>
          <pc:sldMk cId="2108637143" sldId="517"/>
        </pc:sldMkLst>
        <pc:picChg chg="add mod">
          <ac:chgData name="Shawn West" userId="bcaf3c6b-bfc1-40d2-81dc-c3fa941236d7" providerId="ADAL" clId="{596607C7-6642-4BEE-859A-36CD3FB3046B}" dt="2025-07-14T13:49:08.964" v="1881" actId="1076"/>
          <ac:picMkLst>
            <pc:docMk/>
            <pc:sldMk cId="2108637143" sldId="517"/>
            <ac:picMk id="12" creationId="{4D69FEFD-084B-226D-71B5-543EB333DC78}"/>
          </ac:picMkLst>
        </pc:picChg>
      </pc:sldChg>
      <pc:sldChg chg="addSp delSp modSp add mod">
        <pc:chgData name="Shawn West" userId="bcaf3c6b-bfc1-40d2-81dc-c3fa941236d7" providerId="ADAL" clId="{596607C7-6642-4BEE-859A-36CD3FB3046B}" dt="2025-07-14T13:49:41.856" v="1887" actId="1076"/>
        <pc:sldMkLst>
          <pc:docMk/>
          <pc:sldMk cId="3781088635" sldId="518"/>
        </pc:sldMkLst>
        <pc:picChg chg="add mod">
          <ac:chgData name="Shawn West" userId="bcaf3c6b-bfc1-40d2-81dc-c3fa941236d7" providerId="ADAL" clId="{596607C7-6642-4BEE-859A-36CD3FB3046B}" dt="2025-07-14T13:49:41.856" v="1887" actId="1076"/>
          <ac:picMkLst>
            <pc:docMk/>
            <pc:sldMk cId="3781088635" sldId="518"/>
            <ac:picMk id="6" creationId="{EB51DDBF-B55B-74E2-7425-97BCEAA853D8}"/>
          </ac:picMkLst>
        </pc:picChg>
      </pc:sldChg>
      <pc:sldChg chg="addSp delSp modSp add mod">
        <pc:chgData name="Shawn West" userId="bcaf3c6b-bfc1-40d2-81dc-c3fa941236d7" providerId="ADAL" clId="{596607C7-6642-4BEE-859A-36CD3FB3046B}" dt="2025-07-15T17:58:23.378" v="2303" actId="1038"/>
        <pc:sldMkLst>
          <pc:docMk/>
          <pc:sldMk cId="2843620858" sldId="519"/>
        </pc:sldMkLst>
        <pc:spChg chg="mod">
          <ac:chgData name="Shawn West" userId="bcaf3c6b-bfc1-40d2-81dc-c3fa941236d7" providerId="ADAL" clId="{596607C7-6642-4BEE-859A-36CD3FB3046B}" dt="2025-07-14T13:53:09.544" v="1907" actId="14100"/>
          <ac:spMkLst>
            <pc:docMk/>
            <pc:sldMk cId="2843620858" sldId="519"/>
            <ac:spMk id="2" creationId="{B46C1EA8-52D7-633E-E459-98CA628D023E}"/>
          </ac:spMkLst>
        </pc:spChg>
        <pc:picChg chg="add mod">
          <ac:chgData name="Shawn West" userId="bcaf3c6b-bfc1-40d2-81dc-c3fa941236d7" providerId="ADAL" clId="{596607C7-6642-4BEE-859A-36CD3FB3046B}" dt="2025-07-15T17:58:23.378" v="2303" actId="1038"/>
          <ac:picMkLst>
            <pc:docMk/>
            <pc:sldMk cId="2843620858" sldId="519"/>
            <ac:picMk id="7" creationId="{128C9D9D-82DB-45C6-07D7-9126AF49FD1D}"/>
          </ac:picMkLst>
        </pc:picChg>
      </pc:sldChg>
      <pc:sldChg chg="addSp delSp modSp add mod">
        <pc:chgData name="Shawn West" userId="bcaf3c6b-bfc1-40d2-81dc-c3fa941236d7" providerId="ADAL" clId="{596607C7-6642-4BEE-859A-36CD3FB3046B}" dt="2025-07-15T16:10:59.793" v="2238" actId="14100"/>
        <pc:sldMkLst>
          <pc:docMk/>
          <pc:sldMk cId="2431030714" sldId="520"/>
        </pc:sldMkLst>
        <pc:spChg chg="mod">
          <ac:chgData name="Shawn West" userId="bcaf3c6b-bfc1-40d2-81dc-c3fa941236d7" providerId="ADAL" clId="{596607C7-6642-4BEE-859A-36CD3FB3046B}" dt="2025-07-14T22:13:17.165" v="2048" actId="20577"/>
          <ac:spMkLst>
            <pc:docMk/>
            <pc:sldMk cId="2431030714" sldId="520"/>
            <ac:spMk id="2" creationId="{B531E855-0646-0796-94B4-2783A8E88F48}"/>
          </ac:spMkLst>
        </pc:spChg>
        <pc:picChg chg="add mod">
          <ac:chgData name="Shawn West" userId="bcaf3c6b-bfc1-40d2-81dc-c3fa941236d7" providerId="ADAL" clId="{596607C7-6642-4BEE-859A-36CD3FB3046B}" dt="2025-07-15T16:10:59.793" v="2238" actId="14100"/>
          <ac:picMkLst>
            <pc:docMk/>
            <pc:sldMk cId="2431030714" sldId="520"/>
            <ac:picMk id="12" creationId="{998D465C-87B5-6A16-ADD4-449A4F8CA1B5}"/>
          </ac:picMkLst>
        </pc:picChg>
      </pc:sldChg>
      <pc:sldChg chg="addSp delSp modSp add mod">
        <pc:chgData name="Shawn West" userId="bcaf3c6b-bfc1-40d2-81dc-c3fa941236d7" providerId="ADAL" clId="{596607C7-6642-4BEE-859A-36CD3FB3046B}" dt="2025-07-15T16:11:53.422" v="2244" actId="14100"/>
        <pc:sldMkLst>
          <pc:docMk/>
          <pc:sldMk cId="2208874966" sldId="521"/>
        </pc:sldMkLst>
        <pc:spChg chg="mod">
          <ac:chgData name="Shawn West" userId="bcaf3c6b-bfc1-40d2-81dc-c3fa941236d7" providerId="ADAL" clId="{596607C7-6642-4BEE-859A-36CD3FB3046B}" dt="2025-07-14T22:12:32.739" v="2037" actId="20577"/>
          <ac:spMkLst>
            <pc:docMk/>
            <pc:sldMk cId="2208874966" sldId="521"/>
            <ac:spMk id="2" creationId="{85D1B739-2052-688C-3BA4-BAE6A0930814}"/>
          </ac:spMkLst>
        </pc:spChg>
        <pc:spChg chg="mod">
          <ac:chgData name="Shawn West" userId="bcaf3c6b-bfc1-40d2-81dc-c3fa941236d7" providerId="ADAL" clId="{596607C7-6642-4BEE-859A-36CD3FB3046B}" dt="2025-07-15T16:11:53.422" v="2244" actId="14100"/>
          <ac:spMkLst>
            <pc:docMk/>
            <pc:sldMk cId="2208874966" sldId="521"/>
            <ac:spMk id="7" creationId="{624AC6A6-97CC-6EAE-40BB-BA0AE3699956}"/>
          </ac:spMkLst>
        </pc:spChg>
        <pc:picChg chg="add mod">
          <ac:chgData name="Shawn West" userId="bcaf3c6b-bfc1-40d2-81dc-c3fa941236d7" providerId="ADAL" clId="{596607C7-6642-4BEE-859A-36CD3FB3046B}" dt="2025-07-15T16:11:47.248" v="2242" actId="1076"/>
          <ac:picMkLst>
            <pc:docMk/>
            <pc:sldMk cId="2208874966" sldId="521"/>
            <ac:picMk id="10" creationId="{93348F42-0FC8-3576-F647-CDE128664EBB}"/>
          </ac:picMkLst>
        </pc:picChg>
      </pc:sldChg>
      <pc:sldChg chg="addSp delSp modSp add mod ord">
        <pc:chgData name="Shawn West" userId="bcaf3c6b-bfc1-40d2-81dc-c3fa941236d7" providerId="ADAL" clId="{596607C7-6642-4BEE-859A-36CD3FB3046B}" dt="2025-07-15T11:26:02.244" v="2150" actId="1076"/>
        <pc:sldMkLst>
          <pc:docMk/>
          <pc:sldMk cId="1623353446" sldId="522"/>
        </pc:sldMkLst>
        <pc:spChg chg="mod">
          <ac:chgData name="Shawn West" userId="bcaf3c6b-bfc1-40d2-81dc-c3fa941236d7" providerId="ADAL" clId="{596607C7-6642-4BEE-859A-36CD3FB3046B}" dt="2025-07-14T22:22:34.171" v="2069" actId="27636"/>
          <ac:spMkLst>
            <pc:docMk/>
            <pc:sldMk cId="1623353446" sldId="522"/>
            <ac:spMk id="2" creationId="{58851E51-CA15-F7B6-CA57-32EBF041399C}"/>
          </ac:spMkLst>
        </pc:spChg>
        <pc:picChg chg="add mod">
          <ac:chgData name="Shawn West" userId="bcaf3c6b-bfc1-40d2-81dc-c3fa941236d7" providerId="ADAL" clId="{596607C7-6642-4BEE-859A-36CD3FB3046B}" dt="2025-07-15T11:26:02.244" v="2150" actId="1076"/>
          <ac:picMkLst>
            <pc:docMk/>
            <pc:sldMk cId="1623353446" sldId="522"/>
            <ac:picMk id="9" creationId="{FE6ABB37-2552-8AC0-8F24-E9BC92AE133A}"/>
          </ac:picMkLst>
        </pc:picChg>
      </pc:sldChg>
      <pc:sldChg chg="addSp delSp modSp add mod">
        <pc:chgData name="Shawn West" userId="bcaf3c6b-bfc1-40d2-81dc-c3fa941236d7" providerId="ADAL" clId="{596607C7-6642-4BEE-859A-36CD3FB3046B}" dt="2025-07-15T15:16:33.102" v="2229" actId="20577"/>
        <pc:sldMkLst>
          <pc:docMk/>
          <pc:sldMk cId="2614423631" sldId="523"/>
        </pc:sldMkLst>
        <pc:spChg chg="mod">
          <ac:chgData name="Shawn West" userId="bcaf3c6b-bfc1-40d2-81dc-c3fa941236d7" providerId="ADAL" clId="{596607C7-6642-4BEE-859A-36CD3FB3046B}" dt="2025-07-15T15:16:33.102" v="2229" actId="20577"/>
          <ac:spMkLst>
            <pc:docMk/>
            <pc:sldMk cId="2614423631" sldId="523"/>
            <ac:spMk id="2" creationId="{D2D40539-3E56-D858-DA3D-852DBEE3B874}"/>
          </ac:spMkLst>
        </pc:spChg>
        <pc:picChg chg="add mod">
          <ac:chgData name="Shawn West" userId="bcaf3c6b-bfc1-40d2-81dc-c3fa941236d7" providerId="ADAL" clId="{596607C7-6642-4BEE-859A-36CD3FB3046B}" dt="2025-07-15T15:16:25.004" v="2222" actId="1076"/>
          <ac:picMkLst>
            <pc:docMk/>
            <pc:sldMk cId="2614423631" sldId="523"/>
            <ac:picMk id="8" creationId="{1DCF713A-E03E-5198-9231-C5D9BA38BCB2}"/>
          </ac:picMkLst>
        </pc:picChg>
      </pc:sldChg>
      <pc:sldChg chg="addSp delSp modSp add mod ord">
        <pc:chgData name="Shawn West" userId="bcaf3c6b-bfc1-40d2-81dc-c3fa941236d7" providerId="ADAL" clId="{596607C7-6642-4BEE-859A-36CD3FB3046B}" dt="2025-07-15T15:12:47.541" v="2216" actId="1036"/>
        <pc:sldMkLst>
          <pc:docMk/>
          <pc:sldMk cId="4055256599" sldId="524"/>
        </pc:sldMkLst>
        <pc:spChg chg="mod">
          <ac:chgData name="Shawn West" userId="bcaf3c6b-bfc1-40d2-81dc-c3fa941236d7" providerId="ADAL" clId="{596607C7-6642-4BEE-859A-36CD3FB3046B}" dt="2025-07-15T15:12:38.045" v="2198" actId="14100"/>
          <ac:spMkLst>
            <pc:docMk/>
            <pc:sldMk cId="4055256599" sldId="524"/>
            <ac:spMk id="7" creationId="{E7BD3EF7-D11D-9392-E821-C3D3B7019B52}"/>
          </ac:spMkLst>
        </pc:spChg>
        <pc:picChg chg="add mod">
          <ac:chgData name="Shawn West" userId="bcaf3c6b-bfc1-40d2-81dc-c3fa941236d7" providerId="ADAL" clId="{596607C7-6642-4BEE-859A-36CD3FB3046B}" dt="2025-07-15T15:12:47.541" v="2216" actId="1036"/>
          <ac:picMkLst>
            <pc:docMk/>
            <pc:sldMk cId="4055256599" sldId="524"/>
            <ac:picMk id="8" creationId="{9D7ED815-4209-A072-D928-2EE225E31757}"/>
          </ac:picMkLst>
        </pc:picChg>
      </pc:sldChg>
      <pc:sldChg chg="addSp modSp add mod">
        <pc:chgData name="Shawn West" userId="bcaf3c6b-bfc1-40d2-81dc-c3fa941236d7" providerId="ADAL" clId="{596607C7-6642-4BEE-859A-36CD3FB3046B}" dt="2025-07-15T23:56:43.340" v="2362" actId="1076"/>
        <pc:sldMkLst>
          <pc:docMk/>
          <pc:sldMk cId="3245160715" sldId="525"/>
        </pc:sldMkLst>
        <pc:spChg chg="mod">
          <ac:chgData name="Shawn West" userId="bcaf3c6b-bfc1-40d2-81dc-c3fa941236d7" providerId="ADAL" clId="{596607C7-6642-4BEE-859A-36CD3FB3046B}" dt="2025-07-15T23:55:51.584" v="2359" actId="20577"/>
          <ac:spMkLst>
            <pc:docMk/>
            <pc:sldMk cId="3245160715" sldId="525"/>
            <ac:spMk id="2" creationId="{D218C405-159F-7BB3-F08B-0A54379B33DA}"/>
          </ac:spMkLst>
        </pc:spChg>
        <pc:picChg chg="add mod">
          <ac:chgData name="Shawn West" userId="bcaf3c6b-bfc1-40d2-81dc-c3fa941236d7" providerId="ADAL" clId="{596607C7-6642-4BEE-859A-36CD3FB3046B}" dt="2025-07-15T23:56:43.340" v="2362" actId="1076"/>
          <ac:picMkLst>
            <pc:docMk/>
            <pc:sldMk cId="3245160715" sldId="525"/>
            <ac:picMk id="6" creationId="{ED5D684E-D46A-1D72-1599-2ED703F08794}"/>
          </ac:picMkLst>
        </pc:picChg>
      </pc:sldChg>
      <pc:sldChg chg="addSp delSp modSp add mod">
        <pc:chgData name="Shawn West" userId="bcaf3c6b-bfc1-40d2-81dc-c3fa941236d7" providerId="ADAL" clId="{596607C7-6642-4BEE-859A-36CD3FB3046B}" dt="2025-07-16T23:09:32.335" v="2522" actId="478"/>
        <pc:sldMkLst>
          <pc:docMk/>
          <pc:sldMk cId="176349951" sldId="526"/>
        </pc:sldMkLst>
        <pc:picChg chg="add mod modCrop">
          <ac:chgData name="Shawn West" userId="bcaf3c6b-bfc1-40d2-81dc-c3fa941236d7" providerId="ADAL" clId="{596607C7-6642-4BEE-859A-36CD3FB3046B}" dt="2025-07-16T23:07:45.814" v="2507" actId="14100"/>
          <ac:picMkLst>
            <pc:docMk/>
            <pc:sldMk cId="176349951" sldId="526"/>
            <ac:picMk id="6" creationId="{AB3A4583-DC96-C8ED-8592-686570FD3DA8}"/>
          </ac:picMkLst>
        </pc:picChg>
        <pc:picChg chg="add del mod">
          <ac:chgData name="Shawn West" userId="bcaf3c6b-bfc1-40d2-81dc-c3fa941236d7" providerId="ADAL" clId="{596607C7-6642-4BEE-859A-36CD3FB3046B}" dt="2025-07-16T23:09:32.335" v="2522" actId="478"/>
          <ac:picMkLst>
            <pc:docMk/>
            <pc:sldMk cId="176349951" sldId="526"/>
            <ac:picMk id="9" creationId="{7689198D-B255-7911-B95A-87006D7A20AA}"/>
          </ac:picMkLst>
        </pc:picChg>
      </pc:sldChg>
      <pc:sldChg chg="addSp delSp modSp add mod">
        <pc:chgData name="Shawn West" userId="bcaf3c6b-bfc1-40d2-81dc-c3fa941236d7" providerId="ADAL" clId="{596607C7-6642-4BEE-859A-36CD3FB3046B}" dt="2025-07-16T23:10:47.643" v="2560" actId="1076"/>
        <pc:sldMkLst>
          <pc:docMk/>
          <pc:sldMk cId="2422813172" sldId="527"/>
        </pc:sldMkLst>
        <pc:spChg chg="mod">
          <ac:chgData name="Shawn West" userId="bcaf3c6b-bfc1-40d2-81dc-c3fa941236d7" providerId="ADAL" clId="{596607C7-6642-4BEE-859A-36CD3FB3046B}" dt="2025-07-16T23:10:26.581" v="2529" actId="27636"/>
          <ac:spMkLst>
            <pc:docMk/>
            <pc:sldMk cId="2422813172" sldId="527"/>
            <ac:spMk id="2" creationId="{FCEA446A-70B4-070C-2FF4-01221AFCDA46}"/>
          </ac:spMkLst>
        </pc:spChg>
        <pc:picChg chg="add mod">
          <ac:chgData name="Shawn West" userId="bcaf3c6b-bfc1-40d2-81dc-c3fa941236d7" providerId="ADAL" clId="{596607C7-6642-4BEE-859A-36CD3FB3046B}" dt="2025-07-16T23:10:47.643" v="2560" actId="1076"/>
          <ac:picMkLst>
            <pc:docMk/>
            <pc:sldMk cId="2422813172" sldId="527"/>
            <ac:picMk id="7" creationId="{67565BF9-10DD-2EF6-25A3-0DC08D3A966A}"/>
          </ac:picMkLst>
        </pc:picChg>
      </pc:sldChg>
      <pc:sldChg chg="addSp delSp modSp add mod">
        <pc:chgData name="Shawn West" userId="bcaf3c6b-bfc1-40d2-81dc-c3fa941236d7" providerId="ADAL" clId="{596607C7-6642-4BEE-859A-36CD3FB3046B}" dt="2025-07-16T23:19:30.443" v="2580" actId="1076"/>
        <pc:sldMkLst>
          <pc:docMk/>
          <pc:sldMk cId="280035150" sldId="528"/>
        </pc:sldMkLst>
        <pc:picChg chg="add mod">
          <ac:chgData name="Shawn West" userId="bcaf3c6b-bfc1-40d2-81dc-c3fa941236d7" providerId="ADAL" clId="{596607C7-6642-4BEE-859A-36CD3FB3046B}" dt="2025-07-16T23:19:30.443" v="2580" actId="1076"/>
          <ac:picMkLst>
            <pc:docMk/>
            <pc:sldMk cId="280035150" sldId="528"/>
            <ac:picMk id="6" creationId="{ACFDDC19-606C-DB34-7B6A-1F35935FA212}"/>
          </ac:picMkLst>
        </pc:picChg>
      </pc:sldChg>
      <pc:sldChg chg="addSp delSp modSp add mod">
        <pc:chgData name="Shawn West" userId="bcaf3c6b-bfc1-40d2-81dc-c3fa941236d7" providerId="ADAL" clId="{596607C7-6642-4BEE-859A-36CD3FB3046B}" dt="2025-07-16T23:19:26.235" v="2579" actId="1076"/>
        <pc:sldMkLst>
          <pc:docMk/>
          <pc:sldMk cId="2599910485" sldId="529"/>
        </pc:sldMkLst>
        <pc:picChg chg="add mod">
          <ac:chgData name="Shawn West" userId="bcaf3c6b-bfc1-40d2-81dc-c3fa941236d7" providerId="ADAL" clId="{596607C7-6642-4BEE-859A-36CD3FB3046B}" dt="2025-07-16T23:19:26.235" v="2579" actId="1076"/>
          <ac:picMkLst>
            <pc:docMk/>
            <pc:sldMk cId="2599910485" sldId="529"/>
            <ac:picMk id="7" creationId="{18DA22CA-0496-972C-70F1-DDA67BE12623}"/>
          </ac:picMkLst>
        </pc:picChg>
      </pc:sldChg>
      <pc:sldChg chg="addSp new mod">
        <pc:chgData name="Shawn West" userId="bcaf3c6b-bfc1-40d2-81dc-c3fa941236d7" providerId="ADAL" clId="{596607C7-6642-4BEE-859A-36CD3FB3046B}" dt="2025-08-04T18:28:01.306" v="2586" actId="22"/>
        <pc:sldMkLst>
          <pc:docMk/>
          <pc:sldMk cId="2713986425" sldId="530"/>
        </pc:sldMkLst>
        <pc:picChg chg="add">
          <ac:chgData name="Shawn West" userId="bcaf3c6b-bfc1-40d2-81dc-c3fa941236d7" providerId="ADAL" clId="{596607C7-6642-4BEE-859A-36CD3FB3046B}" dt="2025-08-04T18:28:01.306" v="2586" actId="22"/>
          <ac:picMkLst>
            <pc:docMk/>
            <pc:sldMk cId="2713986425" sldId="530"/>
            <ac:picMk id="5" creationId="{698ACFF9-0C11-0F83-0C62-D6B983BAE867}"/>
          </ac:picMkLst>
        </pc:picChg>
      </pc:sldChg>
      <pc:sldChg chg="new">
        <pc:chgData name="Shawn West" userId="bcaf3c6b-bfc1-40d2-81dc-c3fa941236d7" providerId="ADAL" clId="{596607C7-6642-4BEE-859A-36CD3FB3046B}" dt="2025-08-04T18:28:10.445" v="2587" actId="680"/>
        <pc:sldMkLst>
          <pc:docMk/>
          <pc:sldMk cId="3842745601" sldId="531"/>
        </pc:sldMkLst>
      </pc:sldChg>
      <pc:sldChg chg="addSp new mod">
        <pc:chgData name="Shawn West" userId="bcaf3c6b-bfc1-40d2-81dc-c3fa941236d7" providerId="ADAL" clId="{596607C7-6642-4BEE-859A-36CD3FB3046B}" dt="2025-08-08T14:29:50.219" v="2596" actId="22"/>
        <pc:sldMkLst>
          <pc:docMk/>
          <pc:sldMk cId="1390878416" sldId="532"/>
        </pc:sldMkLst>
        <pc:picChg chg="add">
          <ac:chgData name="Shawn West" userId="bcaf3c6b-bfc1-40d2-81dc-c3fa941236d7" providerId="ADAL" clId="{596607C7-6642-4BEE-859A-36CD3FB3046B}" dt="2025-08-08T14:29:50.219" v="2596" actId="22"/>
          <ac:picMkLst>
            <pc:docMk/>
            <pc:sldMk cId="1390878416" sldId="532"/>
            <ac:picMk id="5" creationId="{44C2512B-0AF8-F3C9-A350-18F984606601}"/>
          </ac:picMkLst>
        </pc:picChg>
      </pc:sldChg>
      <pc:sldChg chg="new">
        <pc:chgData name="Shawn West" userId="bcaf3c6b-bfc1-40d2-81dc-c3fa941236d7" providerId="ADAL" clId="{596607C7-6642-4BEE-859A-36CD3FB3046B}" dt="2025-08-04T18:28:12.253" v="2589" actId="680"/>
        <pc:sldMkLst>
          <pc:docMk/>
          <pc:sldMk cId="1866330424" sldId="533"/>
        </pc:sldMkLst>
      </pc:sldChg>
      <pc:sldChg chg="new">
        <pc:chgData name="Shawn West" userId="bcaf3c6b-bfc1-40d2-81dc-c3fa941236d7" providerId="ADAL" clId="{596607C7-6642-4BEE-859A-36CD3FB3046B}" dt="2025-08-04T18:28:12.503" v="2590" actId="680"/>
        <pc:sldMkLst>
          <pc:docMk/>
          <pc:sldMk cId="2511787984" sldId="534"/>
        </pc:sldMkLst>
      </pc:sldChg>
      <pc:sldChg chg="new">
        <pc:chgData name="Shawn West" userId="bcaf3c6b-bfc1-40d2-81dc-c3fa941236d7" providerId="ADAL" clId="{596607C7-6642-4BEE-859A-36CD3FB3046B}" dt="2025-08-04T18:28:12.642" v="2591" actId="680"/>
        <pc:sldMkLst>
          <pc:docMk/>
          <pc:sldMk cId="185616512" sldId="535"/>
        </pc:sldMkLst>
      </pc:sldChg>
      <pc:sldChg chg="new">
        <pc:chgData name="Shawn West" userId="bcaf3c6b-bfc1-40d2-81dc-c3fa941236d7" providerId="ADAL" clId="{596607C7-6642-4BEE-859A-36CD3FB3046B}" dt="2025-08-04T18:28:12.819" v="2592" actId="680"/>
        <pc:sldMkLst>
          <pc:docMk/>
          <pc:sldMk cId="197171800" sldId="536"/>
        </pc:sldMkLst>
      </pc:sldChg>
      <pc:sldChg chg="new">
        <pc:chgData name="Shawn West" userId="bcaf3c6b-bfc1-40d2-81dc-c3fa941236d7" providerId="ADAL" clId="{596607C7-6642-4BEE-859A-36CD3FB3046B}" dt="2025-08-04T18:28:12.987" v="2593" actId="680"/>
        <pc:sldMkLst>
          <pc:docMk/>
          <pc:sldMk cId="4027706499" sldId="537"/>
        </pc:sldMkLst>
      </pc:sldChg>
      <pc:sldChg chg="new">
        <pc:chgData name="Shawn West" userId="bcaf3c6b-bfc1-40d2-81dc-c3fa941236d7" providerId="ADAL" clId="{596607C7-6642-4BEE-859A-36CD3FB3046B}" dt="2025-08-04T18:28:13.188" v="2594" actId="680"/>
        <pc:sldMkLst>
          <pc:docMk/>
          <pc:sldMk cId="2728688423" sldId="538"/>
        </pc:sldMkLst>
      </pc:sldChg>
      <pc:sldChg chg="new">
        <pc:chgData name="Shawn West" userId="bcaf3c6b-bfc1-40d2-81dc-c3fa941236d7" providerId="ADAL" clId="{596607C7-6642-4BEE-859A-36CD3FB3046B}" dt="2025-08-04T18:28:13.386" v="2595" actId="680"/>
        <pc:sldMkLst>
          <pc:docMk/>
          <pc:sldMk cId="1409370847" sldId="539"/>
        </pc:sldMkLst>
      </pc:sldChg>
      <pc:sldChg chg="modSp add mod">
        <pc:chgData name="Shawn West" userId="bcaf3c6b-bfc1-40d2-81dc-c3fa941236d7" providerId="ADAL" clId="{596607C7-6642-4BEE-859A-36CD3FB3046B}" dt="2025-08-12T15:13:44.246" v="2620" actId="20577"/>
        <pc:sldMkLst>
          <pc:docMk/>
          <pc:sldMk cId="1975353543" sldId="540"/>
        </pc:sldMkLst>
        <pc:spChg chg="mod">
          <ac:chgData name="Shawn West" userId="bcaf3c6b-bfc1-40d2-81dc-c3fa941236d7" providerId="ADAL" clId="{596607C7-6642-4BEE-859A-36CD3FB3046B}" dt="2025-08-12T15:13:44.246" v="2620" actId="20577"/>
          <ac:spMkLst>
            <pc:docMk/>
            <pc:sldMk cId="1975353543" sldId="540"/>
            <ac:spMk id="2" creationId="{22FE4E3C-E981-6AD4-3423-DD4CA460353A}"/>
          </ac:spMkLst>
        </pc:spChg>
      </pc:sldChg>
      <pc:sldChg chg="delSp modSp add mod">
        <pc:chgData name="Shawn West" userId="bcaf3c6b-bfc1-40d2-81dc-c3fa941236d7" providerId="ADAL" clId="{596607C7-6642-4BEE-859A-36CD3FB3046B}" dt="2025-08-12T15:18:04.736" v="2632" actId="1076"/>
        <pc:sldMkLst>
          <pc:docMk/>
          <pc:sldMk cId="3634598589" sldId="541"/>
        </pc:sldMkLst>
        <pc:spChg chg="mod">
          <ac:chgData name="Shawn West" userId="bcaf3c6b-bfc1-40d2-81dc-c3fa941236d7" providerId="ADAL" clId="{596607C7-6642-4BEE-859A-36CD3FB3046B}" dt="2025-08-12T15:14:29.712" v="2627" actId="20577"/>
          <ac:spMkLst>
            <pc:docMk/>
            <pc:sldMk cId="3634598589" sldId="541"/>
            <ac:spMk id="2" creationId="{E70C7DB6-415D-A706-8C38-5093F52D55A6}"/>
          </ac:spMkLst>
        </pc:spChg>
        <pc:spChg chg="mod">
          <ac:chgData name="Shawn West" userId="bcaf3c6b-bfc1-40d2-81dc-c3fa941236d7" providerId="ADAL" clId="{596607C7-6642-4BEE-859A-36CD3FB3046B}" dt="2025-08-12T15:18:04.736" v="2632" actId="1076"/>
          <ac:spMkLst>
            <pc:docMk/>
            <pc:sldMk cId="3634598589" sldId="541"/>
            <ac:spMk id="3" creationId="{AD295B4D-B600-0158-4140-BD12E907E2DE}"/>
          </ac:spMkLst>
        </pc:spChg>
        <pc:picChg chg="del">
          <ac:chgData name="Shawn West" userId="bcaf3c6b-bfc1-40d2-81dc-c3fa941236d7" providerId="ADAL" clId="{596607C7-6642-4BEE-859A-36CD3FB3046B}" dt="2025-08-12T15:14:35.021" v="2629" actId="478"/>
          <ac:picMkLst>
            <pc:docMk/>
            <pc:sldMk cId="3634598589" sldId="541"/>
            <ac:picMk id="8" creationId="{A3EAE383-7665-9E09-1DFA-508018BF3F49}"/>
          </ac:picMkLst>
        </pc:picChg>
        <pc:picChg chg="del">
          <ac:chgData name="Shawn West" userId="bcaf3c6b-bfc1-40d2-81dc-c3fa941236d7" providerId="ADAL" clId="{596607C7-6642-4BEE-859A-36CD3FB3046B}" dt="2025-08-12T15:14:33.351" v="2628" actId="478"/>
          <ac:picMkLst>
            <pc:docMk/>
            <pc:sldMk cId="3634598589" sldId="541"/>
            <ac:picMk id="9" creationId="{213ED954-AD84-F5B4-1838-427416C04707}"/>
          </ac:picMkLst>
        </pc:picChg>
      </pc:sldChg>
      <pc:sldChg chg="add">
        <pc:chgData name="Shawn West" userId="bcaf3c6b-bfc1-40d2-81dc-c3fa941236d7" providerId="ADAL" clId="{596607C7-6642-4BEE-859A-36CD3FB3046B}" dt="2025-08-12T16:57:09.286" v="2633" actId="2890"/>
        <pc:sldMkLst>
          <pc:docMk/>
          <pc:sldMk cId="257920672" sldId="542"/>
        </pc:sldMkLst>
      </pc:sldChg>
    </pc:docChg>
  </pc:docChgLst>
</pc:chgInfo>
</file>

<file path=ppt/comments/modernComment_1A1_171560A0.xml><?xml version="1.0" encoding="utf-8"?>
<p188:cmLst xmlns:a="http://schemas.openxmlformats.org/drawingml/2006/main" xmlns:r="http://schemas.openxmlformats.org/officeDocument/2006/relationships" xmlns:p188="http://schemas.microsoft.com/office/powerpoint/2018/8/main">
  <p188:cm id="{3A01405C-7D6A-486E-AB78-A0800629DE8A}" authorId="{8892B05B-E117-52AD-3F68-AE601404E83B}" created="2025-06-11T12:18:39.373">
    <ac:deMkLst xmlns:ac="http://schemas.microsoft.com/office/drawing/2013/main/command">
      <pc:docMk xmlns:pc="http://schemas.microsoft.com/office/powerpoint/2013/main/command"/>
      <pc:sldMk xmlns:pc="http://schemas.microsoft.com/office/powerpoint/2013/main/command" cId="387276960" sldId="417"/>
      <ac:picMk id="10" creationId="{013FBF8F-0F5B-8007-07A4-F4793D41FF59}"/>
    </ac:deMkLst>
    <p188:txBody>
      <a:bodyPr/>
      <a:lstStyle/>
      <a:p>
        <a:r>
          <a:rPr lang="en-US"/>
          <a:t>Remove Import Button</a:t>
        </a:r>
      </a:p>
    </p188:txBody>
  </p188:cm>
</p188:cmLst>
</file>

<file path=ppt/comments/modernComment_1D2_C28FF9C0.xml><?xml version="1.0" encoding="utf-8"?>
<p188:cmLst xmlns:a="http://schemas.openxmlformats.org/drawingml/2006/main" xmlns:r="http://schemas.openxmlformats.org/officeDocument/2006/relationships" xmlns:p188="http://schemas.microsoft.com/office/powerpoint/2018/8/main">
  <p188:cm id="{264E6736-88E3-48FF-ADBC-3437BFC35246}" authorId="{8892B05B-E117-52AD-3F68-AE601404E83B}" status="resolved" created="2025-03-13T23:06:58.973" complete="100000">
    <ac:txMkLst xmlns:ac="http://schemas.microsoft.com/office/drawing/2013/main/command">
      <pc:docMk xmlns:pc="http://schemas.microsoft.com/office/powerpoint/2013/main/command"/>
      <pc:sldMk xmlns:pc="http://schemas.microsoft.com/office/powerpoint/2013/main/command" cId="3264215488" sldId="466"/>
      <ac:spMk id="3" creationId="{C958CCF9-4296-9E9E-0FD9-BBC67F43188D}"/>
      <ac:txMk cp="43">
        <ac:context len="567" hash="2755132478"/>
      </ac:txMk>
    </ac:txMkLst>
    <p188:pos x="8653781" y="1285599"/>
    <p188:txBody>
      <a:bodyPr/>
      <a:lstStyle/>
      <a:p>
        <a:r>
          <a:rPr lang="en-US"/>
          <a:t>this is for when adding cert -- but they can download cert</a:t>
        </a:r>
      </a:p>
    </p188:txBody>
  </p188:cm>
</p188:cmLst>
</file>

<file path=ppt/comments/modernComment_1DE_B08F2197.xml><?xml version="1.0" encoding="utf-8"?>
<p188:cmLst xmlns:a="http://schemas.openxmlformats.org/drawingml/2006/main" xmlns:r="http://schemas.openxmlformats.org/officeDocument/2006/relationships" xmlns:p188="http://schemas.microsoft.com/office/powerpoint/2018/8/main">
  <p188:cm id="{0D15BCD9-2D3A-4C93-B212-FDC502E3FE49}" authorId="{8892B05B-E117-52AD-3F68-AE601404E83B}" created="2025-06-11T00:45:33.886">
    <ac:deMkLst xmlns:ac="http://schemas.microsoft.com/office/drawing/2013/main/command">
      <pc:docMk xmlns:pc="http://schemas.microsoft.com/office/powerpoint/2013/main/command"/>
      <pc:sldMk xmlns:pc="http://schemas.microsoft.com/office/powerpoint/2013/main/command" cId="2962170263" sldId="478"/>
      <ac:spMk id="2" creationId="{BC14CFFD-1203-4EA4-E69C-74E500406D1A}"/>
    </ac:deMkLst>
    <p188:txBody>
      <a:bodyPr/>
      <a:lstStyle/>
      <a:p>
        <a:r>
          <a:rPr lang="en-US"/>
          <a:t>Review documents for Clarity</a:t>
        </a:r>
      </a:p>
    </p188:txBody>
  </p188:cm>
</p188:cmLst>
</file>

<file path=ppt/comments/modernComment_1E6_B49544B.xml><?xml version="1.0" encoding="utf-8"?>
<p188:cmLst xmlns:a="http://schemas.openxmlformats.org/drawingml/2006/main" xmlns:r="http://schemas.openxmlformats.org/officeDocument/2006/relationships" xmlns:p188="http://schemas.microsoft.com/office/powerpoint/2018/8/main">
  <p188:cm id="{D70264BD-F703-4BEB-A01F-E62BF3D4CECE}" authorId="{8892B05B-E117-52AD-3F68-AE601404E83B}" created="2025-06-11T03:13:51.580">
    <ac:deMkLst xmlns:ac="http://schemas.microsoft.com/office/drawing/2013/main/command">
      <pc:docMk xmlns:pc="http://schemas.microsoft.com/office/powerpoint/2013/main/command"/>
      <pc:sldMk xmlns:pc="http://schemas.microsoft.com/office/powerpoint/2013/main/command" cId="189355083" sldId="486"/>
      <ac:spMk id="2" creationId="{8193203F-71F5-B6FA-4289-26A39CFBAAE0}"/>
    </ac:deMkLst>
    <p188:replyLst>
      <p188:reply id="{12DC3590-620F-4E51-AAB2-BB2BB33A077E}" authorId="{8892B05B-E117-52AD-3F68-AE601404E83B}" created="2025-06-11T03:14:47.753">
        <p188:txBody>
          <a:bodyPr/>
          <a:lstStyle/>
          <a:p>
            <a:r>
              <a:rPr lang="en-US"/>
              <a:t>View Certificate - with it being public, do we really need it listed?</a:t>
            </a:r>
          </a:p>
        </p188:txBody>
      </p188:reply>
      <p188:reply id="{96DBE419-823D-424F-97CA-F60452392ECA}" authorId="{8892B05B-E117-52AD-3F68-AE601404E83B}" created="2025-06-11T03:15:46.258">
        <p188:txBody>
          <a:bodyPr/>
          <a:lstStyle/>
          <a:p>
            <a:r>
              <a:rPr lang="en-US"/>
              <a:t>DISCUSS: Adding Status access (can they only see active certs, expired, confidential, etc. )</a:t>
            </a:r>
          </a:p>
        </p188:txBody>
      </p188:reply>
      <p188:reply id="{7501116E-8FCD-4BA4-91FE-217F506319E1}" authorId="{8892B05B-E117-52AD-3F68-AE601404E83B}" created="2025-06-11T03:18:49.218">
        <p188:txBody>
          <a:bodyPr/>
          <a:lstStyle/>
          <a:p>
            <a:r>
              <a:rPr lang="en-US"/>
              <a:t>How is field access handled by role user?</a:t>
            </a:r>
          </a:p>
        </p188:txBody>
      </p188:reply>
    </p188:replyLst>
    <p188:txBody>
      <a:bodyPr/>
      <a:lstStyle/>
      <a:p>
        <a:r>
          <a:rPr lang="en-US"/>
          <a:t>Certificate Management: 
- REVIEW: May need to extend this to view products vs manage based on giving access to products to clients and partners. </a:t>
        </a:r>
      </a:p>
    </p188:txBody>
  </p188:cm>
</p188:cmLst>
</file>

<file path=ppt/comments/modernComment_1F2_23F17660.xml><?xml version="1.0" encoding="utf-8"?>
<p188:cmLst xmlns:a="http://schemas.openxmlformats.org/drawingml/2006/main" xmlns:r="http://schemas.openxmlformats.org/officeDocument/2006/relationships" xmlns:p188="http://schemas.microsoft.com/office/powerpoint/2018/8/main">
  <p188:cm id="{CA3E18F1-7FAB-4BDC-ABD8-4F84C53AA328}"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Lst>
</file>

<file path=ppt/comments/modernComment_1F7_F2AEEA55.xml><?xml version="1.0" encoding="utf-8"?>
<p188:cmLst xmlns:a="http://schemas.openxmlformats.org/drawingml/2006/main" xmlns:r="http://schemas.openxmlformats.org/officeDocument/2006/relationships" xmlns:p188="http://schemas.microsoft.com/office/powerpoint/2018/8/main">
  <p188:cm id="{1C2BFF30-4A6A-4D64-9AA3-AF5BA4FBB7A8}"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8_FFED70DE.xml><?xml version="1.0" encoding="utf-8"?>
<p188:cmLst xmlns:a="http://schemas.openxmlformats.org/drawingml/2006/main" xmlns:r="http://schemas.openxmlformats.org/officeDocument/2006/relationships" xmlns:p188="http://schemas.microsoft.com/office/powerpoint/2018/8/main">
  <p188:cm id="{FEA71F2D-DF8C-44F6-80CC-0304A4218C9E}"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A_699C0889.xml><?xml version="1.0" encoding="utf-8"?>
<p188:cmLst xmlns:a="http://schemas.openxmlformats.org/drawingml/2006/main" xmlns:r="http://schemas.openxmlformats.org/officeDocument/2006/relationships" xmlns:p188="http://schemas.microsoft.com/office/powerpoint/2018/8/main">
  <p188:cm id="{DC9B51BC-545B-463B-BCA0-8F33A49B3044}"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6F_38404EE6.xml><?xml version="1.0" encoding="utf-8"?>
<p188:cmLst xmlns:a="http://schemas.openxmlformats.org/drawingml/2006/main" xmlns:r="http://schemas.openxmlformats.org/officeDocument/2006/relationships" xmlns:p188="http://schemas.microsoft.com/office/powerpoint/2018/8/main">
  <p188:cm id="{DC0FEDB2-41C6-4E1F-BE47-54BD80303C72}"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943738598" sldId="367"/>
      <ac:spMk id="2" creationId="{5BA61F2D-8802-6399-2D12-834453AE289D}"/>
      <ac:txMk cp="0" len="10">
        <ac:context len="11" hash="3438511650"/>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7D_D953812.xml><?xml version="1.0" encoding="utf-8"?>
<p188:cmLst xmlns:a="http://schemas.openxmlformats.org/drawingml/2006/main" xmlns:r="http://schemas.openxmlformats.org/officeDocument/2006/relationships" xmlns:p188="http://schemas.microsoft.com/office/powerpoint/2018/8/main">
  <p188:cm id="{C178F186-CE6C-41FC-83A3-BB463543B263}"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8B_7907B08A.xml><?xml version="1.0" encoding="utf-8"?>
<p188:cmLst xmlns:a="http://schemas.openxmlformats.org/drawingml/2006/main" xmlns:r="http://schemas.openxmlformats.org/officeDocument/2006/relationships" xmlns:p188="http://schemas.microsoft.com/office/powerpoint/2018/8/main">
  <p188:cm id="{E96715DB-A402-4AD0-A249-4F30E278FE95}" authorId="{8892B05B-E117-52AD-3F68-AE601404E83B}" created="2025-06-11T01:44:10.191">
    <ac:deMkLst xmlns:ac="http://schemas.microsoft.com/office/drawing/2013/main/command">
      <pc:docMk xmlns:pc="http://schemas.microsoft.com/office/powerpoint/2013/main/command"/>
      <pc:sldMk xmlns:pc="http://schemas.microsoft.com/office/powerpoint/2013/main/command" cId="2030547082" sldId="395"/>
      <ac:spMk id="2" creationId="{992E59C9-0367-9241-BE81-8D150A9F70A7}"/>
    </ac:deMkLst>
    <p188:txBody>
      <a:bodyPr/>
      <a:lstStyle/>
      <a:p>
        <a:r>
          <a:rPr lang="en-US"/>
          <a:t>This page is the same as Add with the exception of CRUD operations. 
Per Carly: combine these to reduce confusion. </a:t>
        </a:r>
      </a:p>
    </p188:txBody>
  </p188:cm>
</p188:cmLst>
</file>

<file path=ppt/comments/modernComment_192_92FE78C8.xml><?xml version="1.0" encoding="utf-8"?>
<p188:cmLst xmlns:a="http://schemas.openxmlformats.org/drawingml/2006/main" xmlns:r="http://schemas.openxmlformats.org/officeDocument/2006/relationships" xmlns:p188="http://schemas.microsoft.com/office/powerpoint/2018/8/main">
  <p188:cm id="{9355F843-F015-47A9-B2F1-1F25007E801D}" authorId="{8892B05B-E117-52AD-3F68-AE601404E83B}" created="2025-03-13T23:06:58.97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8653781" y="1285599"/>
    <p188:txBody>
      <a:bodyPr/>
      <a:lstStyle/>
      <a:p>
        <a:r>
          <a:rPr lang="en-US"/>
          <a:t>this is for when adding cert -- but they can download cert</a:t>
        </a:r>
      </a:p>
    </p188:txBody>
  </p188:cm>
  <p188:cm id="{CC471090-0CCD-41FA-BD10-2575013F76CE}" authorId="{8892B05B-E117-52AD-3F68-AE601404E83B}" created="2025-03-13T23:07:48.878">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2433455" y="1285599"/>
    <p188:txBody>
      <a:bodyPr/>
      <a:lstStyle/>
      <a:p>
        <a:r>
          <a:rPr lang="en-US"/>
          <a:t>this doesn't make sense to list</a:t>
        </a:r>
      </a:p>
    </p188:txBody>
  </p188:cm>
  <p188:cm id="{3CAEE60A-5BD7-436C-999A-4458F84B8A67}" authorId="{8892B05B-E117-52AD-3F68-AE601404E83B}" created="2025-03-13T23:08:33.41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195" len="4">
        <ac:context len="703" hash="3965113112"/>
      </ac:txMk>
    </ac:txMkLst>
    <p188:pos x="1675465" y="2031557"/>
    <p188:txBody>
      <a:bodyPr/>
      <a:lstStyle/>
      <a:p>
        <a:r>
          <a:rPr lang="en-US"/>
          <a:t>What sort option are available?</a:t>
        </a:r>
      </a:p>
    </p188:txBody>
  </p188:cm>
</p188:cmLst>
</file>

<file path=ppt/comments/modernComment_193_FBE5591B.xml><?xml version="1.0" encoding="utf-8"?>
<p188:cmLst xmlns:a="http://schemas.openxmlformats.org/drawingml/2006/main" xmlns:r="http://schemas.openxmlformats.org/officeDocument/2006/relationships" xmlns:p188="http://schemas.microsoft.com/office/powerpoint/2018/8/main">
  <p188:cm id="{5120BB2C-5A66-415A-9A94-4C8F5FD175E0}" authorId="{8892B05B-E117-52AD-3F68-AE601404E83B}" created="2025-03-13T23:21:38.384">
    <ac:tx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txMk cp="1131" len="91">
        <ac:context len="1223" hash="2621742321"/>
      </ac:txMk>
    </ac:txMkLst>
    <p188:pos x="5461103" y="2721307"/>
    <p188:replyLst>
      <p188:reply id="{EDD022A6-7D09-490A-8E15-66DFF229025E}" authorId="{8892B05B-E117-52AD-3F68-AE601404E83B}" created="2025-06-11T01:38:45.378">
        <p188:txBody>
          <a:bodyPr/>
          <a:lstStyle/>
          <a:p>
            <a:r>
              <a:rPr lang="en-US"/>
              <a:t>Not right now. </a:t>
            </a:r>
          </a:p>
        </p188:txBody>
      </p188:reply>
    </p188:replyLst>
    <p188:txBody>
      <a:bodyPr/>
      <a:lstStyle/>
      <a:p>
        <a:r>
          <a:rPr lang="en-US"/>
          <a:t>Will not be something we do right away but could use later if it's there (but then would need different tile layout)</a:t>
        </a:r>
      </a:p>
    </p188:txBody>
  </p188:cm>
  <p188:cm id="{DD6E5187-43CA-4E72-AD78-261868ED668E}" authorId="{8892B05B-E117-52AD-3F68-AE601404E83B}" created="2025-06-11T01:18:33.569">
    <ac:de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deMkLst>
    <p188:txBody>
      <a:bodyPr/>
      <a:lstStyle/>
      <a:p>
        <a:r>
          <a:rPr lang="en-US"/>
          <a:t>The repeat is to list what will be displayed on that page and by role. 
</a:t>
        </a:r>
      </a:p>
    </p188:txBody>
  </p188:cm>
</p188:cmLst>
</file>

<file path=ppt/comments/modernComment_196_E8C294A1.xml><?xml version="1.0" encoding="utf-8"?>
<p188:cmLst xmlns:a="http://schemas.openxmlformats.org/drawingml/2006/main" xmlns:r="http://schemas.openxmlformats.org/officeDocument/2006/relationships" xmlns:p188="http://schemas.microsoft.com/office/powerpoint/2018/8/main">
  <p188:cm id="{2DCDAB7B-25A1-4F62-A970-1B7B8FAA8B00}" authorId="{8892B05B-E117-52AD-3F68-AE601404E83B}" created="2025-03-14T20:45:19.741">
    <pc:sldMkLst xmlns:pc="http://schemas.microsoft.com/office/powerpoint/2013/main/command">
      <pc:docMk/>
      <pc:sldMk cId="3905066145" sldId="406"/>
    </pc:sldMkLst>
    <p188:txBody>
      <a:bodyPr/>
      <a:lstStyle/>
      <a:p>
        <a:r>
          <a:rPr lang="en-US"/>
          <a:t>Add the metrics that will be attached, GCC wants to know what would these be?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8/10/2025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a:t>
            </a:fld>
            <a:endParaRPr lang="en-US"/>
          </a:p>
        </p:txBody>
      </p:sp>
    </p:spTree>
    <p:extLst>
      <p:ext uri="{BB962C8B-B14F-4D97-AF65-F5344CB8AC3E}">
        <p14:creationId xmlns:p14="http://schemas.microsoft.com/office/powerpoint/2010/main" val="406312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2024862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530367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103941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64488" lvl="1" indent="-181225">
              <a:buFontTx/>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210643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22C7-E3EB-2E27-1C11-A65076D95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3AB5-A71A-50E8-359A-563964677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5268C-A935-8AC5-A4C1-2C647B4A7F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D97C5-DADC-CDBE-4866-104B4663019B}"/>
              </a:ext>
            </a:extLst>
          </p:cNvPr>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411259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1695-3A39-BBA0-13CD-1148EBFB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58592-DAAB-54B8-27C9-D0333081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31DD5-2BB9-991A-893E-090502D96D3F}"/>
              </a:ext>
            </a:extLst>
          </p:cNvPr>
          <p:cNvSpPr>
            <a:spLocks noGrp="1"/>
          </p:cNvSpPr>
          <p:nvPr>
            <p:ph type="body" idx="1"/>
          </p:nvPr>
        </p:nvSpPr>
        <p:spPr/>
        <p:txBody>
          <a:bodyPr/>
          <a:lstStyle/>
          <a:p>
            <a:pPr marL="664488" lvl="1" indent="-181225">
              <a:buFontTx/>
              <a:buChar char="-"/>
            </a:pPr>
            <a:endParaRPr lang="en-US" dirty="0"/>
          </a:p>
        </p:txBody>
      </p:sp>
      <p:sp>
        <p:nvSpPr>
          <p:cNvPr id="4" name="Slide Number Placeholder 3">
            <a:extLst>
              <a:ext uri="{FF2B5EF4-FFF2-40B4-BE49-F238E27FC236}">
                <a16:creationId xmlns:a16="http://schemas.microsoft.com/office/drawing/2014/main" id="{7F98E825-3A4C-3EA7-A4A6-ABB6D4A8DE70}"/>
              </a:ext>
            </a:extLst>
          </p:cNvPr>
          <p:cNvSpPr>
            <a:spLocks noGrp="1"/>
          </p:cNvSpPr>
          <p:nvPr>
            <p:ph type="sldNum" sz="quarter" idx="5"/>
          </p:nvPr>
        </p:nvSpPr>
        <p:spPr/>
        <p:txBody>
          <a:bodyPr/>
          <a:lstStyle/>
          <a:p>
            <a:fld id="{AFF60533-1213-4FCB-A4AA-C44494E2E2E7}" type="slidenum">
              <a:rPr lang="en-US" smtClean="0"/>
              <a:t>10</a:t>
            </a:fld>
            <a:endParaRPr lang="en-US"/>
          </a:p>
        </p:txBody>
      </p:sp>
    </p:spTree>
    <p:extLst>
      <p:ext uri="{BB962C8B-B14F-4D97-AF65-F5344CB8AC3E}">
        <p14:creationId xmlns:p14="http://schemas.microsoft.com/office/powerpoint/2010/main" val="31060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11</a:t>
            </a:fld>
            <a:endParaRPr lang="en-US"/>
          </a:p>
        </p:txBody>
      </p:sp>
    </p:spTree>
    <p:extLst>
      <p:ext uri="{BB962C8B-B14F-4D97-AF65-F5344CB8AC3E}">
        <p14:creationId xmlns:p14="http://schemas.microsoft.com/office/powerpoint/2010/main" val="383731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12</a:t>
            </a:fld>
            <a:endParaRPr lang="en-US"/>
          </a:p>
        </p:txBody>
      </p:sp>
    </p:spTree>
    <p:extLst>
      <p:ext uri="{BB962C8B-B14F-4D97-AF65-F5344CB8AC3E}">
        <p14:creationId xmlns:p14="http://schemas.microsoft.com/office/powerpoint/2010/main" val="232584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2936-5578-EB64-E5AA-B0BCE2933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1456-81A7-B6AE-BEBF-B806605B9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48D60-E7C0-C0C1-6090-35A140FC0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12399-33A7-33EC-1581-CE2AD53F90DC}"/>
              </a:ext>
            </a:extLst>
          </p:cNvPr>
          <p:cNvSpPr>
            <a:spLocks noGrp="1"/>
          </p:cNvSpPr>
          <p:nvPr>
            <p:ph type="sldNum" sz="quarter" idx="5"/>
          </p:nvPr>
        </p:nvSpPr>
        <p:spPr/>
        <p:txBody>
          <a:bodyPr/>
          <a:lstStyle/>
          <a:p>
            <a:fld id="{AFF60533-1213-4FCB-A4AA-C44494E2E2E7}" type="slidenum">
              <a:rPr lang="en-US" smtClean="0"/>
              <a:t>16</a:t>
            </a:fld>
            <a:endParaRPr lang="en-US"/>
          </a:p>
        </p:txBody>
      </p:sp>
    </p:spTree>
    <p:extLst>
      <p:ext uri="{BB962C8B-B14F-4D97-AF65-F5344CB8AC3E}">
        <p14:creationId xmlns:p14="http://schemas.microsoft.com/office/powerpoint/2010/main" val="135980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EB4F-0C00-699B-FB88-AD292FF9A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68CA-7BA8-5F4F-1006-3CDBAD7D8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01-1C2D-C386-9753-BD5123E5DC20}"/>
              </a:ext>
            </a:extLst>
          </p:cNvPr>
          <p:cNvSpPr>
            <a:spLocks noGrp="1"/>
          </p:cNvSpPr>
          <p:nvPr>
            <p:ph type="body" idx="1"/>
          </p:nvPr>
        </p:nvSpPr>
        <p:spPr/>
        <p:txBody>
          <a:bodyPr/>
          <a:lstStyle/>
          <a:p>
            <a:r>
              <a:rPr lang="en-US" b="1" dirty="0"/>
              <a:t>Primary Colors</a:t>
            </a:r>
          </a:p>
          <a:p>
            <a:r>
              <a:rPr lang="en-US" b="1" dirty="0"/>
              <a:t>Green Primary</a:t>
            </a:r>
            <a:r>
              <a:rPr lang="en-US" dirty="0"/>
              <a:t>: #92C83E (Used for success actions, add buttons, positive feedback)</a:t>
            </a:r>
          </a:p>
          <a:p>
            <a:r>
              <a:rPr lang="en-US" b="1" dirty="0"/>
              <a:t>Green Secondary</a:t>
            </a:r>
            <a:r>
              <a:rPr lang="en-US" dirty="0"/>
              <a:t>: #447638 (Darker green variant)</a:t>
            </a:r>
          </a:p>
          <a:p>
            <a:r>
              <a:rPr lang="en-US" b="1" dirty="0"/>
              <a:t>Blue Primary</a:t>
            </a:r>
            <a:r>
              <a:rPr lang="en-US" dirty="0"/>
              <a:t>: #00AEEF (Used for primary actions, navigation links, focus states)</a:t>
            </a:r>
          </a:p>
          <a:p>
            <a:r>
              <a:rPr lang="en-US" b="1" dirty="0"/>
              <a:t>Blue Dark</a:t>
            </a:r>
            <a:r>
              <a:rPr lang="en-US" dirty="0"/>
              <a:t>: #002B76 (Used for headers, titles, dark text)</a:t>
            </a:r>
          </a:p>
          <a:p>
            <a:r>
              <a:rPr lang="en-US" b="1" dirty="0"/>
              <a:t>Functional Colors</a:t>
            </a:r>
          </a:p>
          <a:p>
            <a:r>
              <a:rPr lang="en-US" b="1" dirty="0"/>
              <a:t>Success</a:t>
            </a:r>
            <a:r>
              <a:rPr lang="en-US" dirty="0"/>
              <a:t>: #92C83E (Same as Green Primary)</a:t>
            </a:r>
          </a:p>
          <a:p>
            <a:r>
              <a:rPr lang="en-US" b="1" dirty="0"/>
              <a:t>Error/Warning</a:t>
            </a:r>
            <a:r>
              <a:rPr lang="en-US" dirty="0"/>
              <a:t>: #ff5252 (Red for errors and destructive actions)</a:t>
            </a:r>
          </a:p>
          <a:p>
            <a:r>
              <a:rPr lang="en-US" b="1" dirty="0"/>
              <a:t>Warning Background</a:t>
            </a:r>
            <a:r>
              <a:rPr lang="en-US" dirty="0"/>
              <a:t>: #FFE9A3 (Light yellow for warning notifications)</a:t>
            </a:r>
          </a:p>
          <a:p>
            <a:r>
              <a:rPr lang="en-US" b="1" dirty="0"/>
              <a:t>Info</a:t>
            </a:r>
            <a:r>
              <a:rPr lang="en-US" dirty="0"/>
              <a:t>: #336699 (For informational messages)</a:t>
            </a:r>
          </a:p>
          <a:p>
            <a:endParaRPr lang="en-US" dirty="0"/>
          </a:p>
        </p:txBody>
      </p:sp>
      <p:sp>
        <p:nvSpPr>
          <p:cNvPr id="4" name="Slide Number Placeholder 3">
            <a:extLst>
              <a:ext uri="{FF2B5EF4-FFF2-40B4-BE49-F238E27FC236}">
                <a16:creationId xmlns:a16="http://schemas.microsoft.com/office/drawing/2014/main" id="{332D74DC-269E-7586-A842-358B90B95C87}"/>
              </a:ext>
            </a:extLst>
          </p:cNvPr>
          <p:cNvSpPr>
            <a:spLocks noGrp="1"/>
          </p:cNvSpPr>
          <p:nvPr>
            <p:ph type="sldNum" sz="quarter" idx="5"/>
          </p:nvPr>
        </p:nvSpPr>
        <p:spPr/>
        <p:txBody>
          <a:bodyPr/>
          <a:lstStyle/>
          <a:p>
            <a:fld id="{AFF60533-1213-4FCB-A4AA-C44494E2E2E7}" type="slidenum">
              <a:rPr lang="en-US" smtClean="0"/>
              <a:t>17</a:t>
            </a:fld>
            <a:endParaRPr lang="en-US"/>
          </a:p>
        </p:txBody>
      </p:sp>
    </p:spTree>
    <p:extLst>
      <p:ext uri="{BB962C8B-B14F-4D97-AF65-F5344CB8AC3E}">
        <p14:creationId xmlns:p14="http://schemas.microsoft.com/office/powerpoint/2010/main" val="19479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0591-09B0-2E2A-E70D-100AD0249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C15B-BA46-AAB2-5AD6-8A8A48DB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22A8-EAD1-55CE-77C4-D8E4FF74F553}"/>
              </a:ext>
            </a:extLst>
          </p:cNvPr>
          <p:cNvSpPr>
            <a:spLocks noGrp="1"/>
          </p:cNvSpPr>
          <p:nvPr>
            <p:ph type="body" idx="1"/>
          </p:nvPr>
        </p:nvSpPr>
        <p:spPr/>
        <p:txBody>
          <a:bodyPr/>
          <a:lstStyle/>
          <a:p>
            <a:pPr marL="483265" lvl="1"/>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657C02-2C14-C39D-7BAF-AA8E42973A59}"/>
              </a:ext>
            </a:extLst>
          </p:cNvPr>
          <p:cNvSpPr>
            <a:spLocks noGrp="1"/>
          </p:cNvSpPr>
          <p:nvPr>
            <p:ph type="sldNum" sz="quarter" idx="5"/>
          </p:nvPr>
        </p:nvSpPr>
        <p:spPr/>
        <p:txBody>
          <a:bodyPr/>
          <a:lstStyle/>
          <a:p>
            <a:fld id="{AFF60533-1213-4FCB-A4AA-C44494E2E2E7}" type="slidenum">
              <a:rPr lang="en-US" smtClean="0"/>
              <a:t>18</a:t>
            </a:fld>
            <a:endParaRPr lang="en-US"/>
          </a:p>
        </p:txBody>
      </p:sp>
    </p:spTree>
    <p:extLst>
      <p:ext uri="{BB962C8B-B14F-4D97-AF65-F5344CB8AC3E}">
        <p14:creationId xmlns:p14="http://schemas.microsoft.com/office/powerpoint/2010/main" val="301328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892C-DDC6-9829-020D-63B1095C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504F0-4C35-FE6D-0AD9-E26259E48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7E836-8C9F-895D-0E77-9900FCDF14AB}"/>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89A1151-FE54-3C3A-8A0B-0C54F110883A}"/>
              </a:ext>
            </a:extLst>
          </p:cNvPr>
          <p:cNvSpPr>
            <a:spLocks noGrp="1"/>
          </p:cNvSpPr>
          <p:nvPr>
            <p:ph type="sldNum" sz="quarter" idx="5"/>
          </p:nvPr>
        </p:nvSpPr>
        <p:spPr/>
        <p:txBody>
          <a:bodyPr/>
          <a:lstStyle/>
          <a:p>
            <a:fld id="{AFF60533-1213-4FCB-A4AA-C44494E2E2E7}" type="slidenum">
              <a:rPr lang="en-US" smtClean="0"/>
              <a:t>19</a:t>
            </a:fld>
            <a:endParaRPr lang="en-US"/>
          </a:p>
        </p:txBody>
      </p:sp>
    </p:spTree>
    <p:extLst>
      <p:ext uri="{BB962C8B-B14F-4D97-AF65-F5344CB8AC3E}">
        <p14:creationId xmlns:p14="http://schemas.microsoft.com/office/powerpoint/2010/main" val="955336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4ACC-7D84-B98C-6382-DADCBB822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9E9-2EB0-B161-AFFB-59568885C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B0E9-1453-00F7-0C10-00F1F2C10820}"/>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571D9BA-6C1F-2DED-D373-20791D46103A}"/>
              </a:ext>
            </a:extLst>
          </p:cNvPr>
          <p:cNvSpPr>
            <a:spLocks noGrp="1"/>
          </p:cNvSpPr>
          <p:nvPr>
            <p:ph type="sldNum" sz="quarter" idx="5"/>
          </p:nvPr>
        </p:nvSpPr>
        <p:spPr/>
        <p:txBody>
          <a:bodyPr/>
          <a:lstStyle/>
          <a:p>
            <a:fld id="{AFF60533-1213-4FCB-A4AA-C44494E2E2E7}" type="slidenum">
              <a:rPr lang="en-US" smtClean="0"/>
              <a:t>20</a:t>
            </a:fld>
            <a:endParaRPr lang="en-US"/>
          </a:p>
        </p:txBody>
      </p:sp>
    </p:spTree>
    <p:extLst>
      <p:ext uri="{BB962C8B-B14F-4D97-AF65-F5344CB8AC3E}">
        <p14:creationId xmlns:p14="http://schemas.microsoft.com/office/powerpoint/2010/main" val="1812269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9EF-ADA5-4E82-090D-D0C64BE3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8C7B4-D5EC-F296-4D71-04F2D99E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7A2A1-81D0-B01F-159A-B9CF19EE3008}"/>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26B8214-F935-D3F5-70A0-7DC361DA33C1}"/>
              </a:ext>
            </a:extLst>
          </p:cNvPr>
          <p:cNvSpPr>
            <a:spLocks noGrp="1"/>
          </p:cNvSpPr>
          <p:nvPr>
            <p:ph type="sldNum" sz="quarter" idx="5"/>
          </p:nvPr>
        </p:nvSpPr>
        <p:spPr/>
        <p:txBody>
          <a:bodyPr/>
          <a:lstStyle/>
          <a:p>
            <a:fld id="{AFF60533-1213-4FCB-A4AA-C44494E2E2E7}" type="slidenum">
              <a:rPr lang="en-US" smtClean="0"/>
              <a:t>21</a:t>
            </a:fld>
            <a:endParaRPr lang="en-US"/>
          </a:p>
        </p:txBody>
      </p:sp>
    </p:spTree>
    <p:extLst>
      <p:ext uri="{BB962C8B-B14F-4D97-AF65-F5344CB8AC3E}">
        <p14:creationId xmlns:p14="http://schemas.microsoft.com/office/powerpoint/2010/main" val="2971939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2B02-2B45-D551-9B54-E99D52536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1A3E-90AE-23D4-E7CC-686BE9BD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4B7D5-4FB1-AA51-CF7B-3FA0C7173296}"/>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79C95A-5A08-55EE-C64D-6574BAC939D8}"/>
              </a:ext>
            </a:extLst>
          </p:cNvPr>
          <p:cNvSpPr>
            <a:spLocks noGrp="1"/>
          </p:cNvSpPr>
          <p:nvPr>
            <p:ph type="sldNum" sz="quarter" idx="5"/>
          </p:nvPr>
        </p:nvSpPr>
        <p:spPr/>
        <p:txBody>
          <a:bodyPr/>
          <a:lstStyle/>
          <a:p>
            <a:fld id="{AFF60533-1213-4FCB-A4AA-C44494E2E2E7}" type="slidenum">
              <a:rPr lang="en-US" smtClean="0"/>
              <a:t>22</a:t>
            </a:fld>
            <a:endParaRPr lang="en-US"/>
          </a:p>
        </p:txBody>
      </p:sp>
    </p:spTree>
    <p:extLst>
      <p:ext uri="{BB962C8B-B14F-4D97-AF65-F5344CB8AC3E}">
        <p14:creationId xmlns:p14="http://schemas.microsoft.com/office/powerpoint/2010/main" val="2085488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BC3B-AD4D-2E52-C1B6-C86DF7E4F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AAA72-75DF-A8FE-CD39-EB9E8704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9F64-2A5A-E83E-60FE-8191D68C6B8E}"/>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B29B1C-C950-6F89-D676-3BDAA117EEAA}"/>
              </a:ext>
            </a:extLst>
          </p:cNvPr>
          <p:cNvSpPr>
            <a:spLocks noGrp="1"/>
          </p:cNvSpPr>
          <p:nvPr>
            <p:ph type="sldNum" sz="quarter" idx="5"/>
          </p:nvPr>
        </p:nvSpPr>
        <p:spPr/>
        <p:txBody>
          <a:bodyPr/>
          <a:lstStyle/>
          <a:p>
            <a:fld id="{AFF60533-1213-4FCB-A4AA-C44494E2E2E7}" type="slidenum">
              <a:rPr lang="en-US" smtClean="0"/>
              <a:t>23</a:t>
            </a:fld>
            <a:endParaRPr lang="en-US"/>
          </a:p>
        </p:txBody>
      </p:sp>
    </p:spTree>
    <p:extLst>
      <p:ext uri="{BB962C8B-B14F-4D97-AF65-F5344CB8AC3E}">
        <p14:creationId xmlns:p14="http://schemas.microsoft.com/office/powerpoint/2010/main" val="3470573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B5-91EE-CD4D-A792-19C3441FC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48B00-CC73-467F-CDAB-0A0FAFB5B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F92-3307-A929-0968-573AC7E2A524}"/>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E4E13F6-2B8B-45A0-A38D-CD559946E24C}"/>
              </a:ext>
            </a:extLst>
          </p:cNvPr>
          <p:cNvSpPr>
            <a:spLocks noGrp="1"/>
          </p:cNvSpPr>
          <p:nvPr>
            <p:ph type="sldNum" sz="quarter" idx="5"/>
          </p:nvPr>
        </p:nvSpPr>
        <p:spPr/>
        <p:txBody>
          <a:bodyPr/>
          <a:lstStyle/>
          <a:p>
            <a:fld id="{AFF60533-1213-4FCB-A4AA-C44494E2E2E7}" type="slidenum">
              <a:rPr lang="en-US" smtClean="0"/>
              <a:t>24</a:t>
            </a:fld>
            <a:endParaRPr lang="en-US"/>
          </a:p>
        </p:txBody>
      </p:sp>
    </p:spTree>
    <p:extLst>
      <p:ext uri="{BB962C8B-B14F-4D97-AF65-F5344CB8AC3E}">
        <p14:creationId xmlns:p14="http://schemas.microsoft.com/office/powerpoint/2010/main" val="1781684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25</a:t>
            </a:fld>
            <a:endParaRPr lang="en-US"/>
          </a:p>
        </p:txBody>
      </p:sp>
    </p:spTree>
    <p:extLst>
      <p:ext uri="{BB962C8B-B14F-4D97-AF65-F5344CB8AC3E}">
        <p14:creationId xmlns:p14="http://schemas.microsoft.com/office/powerpoint/2010/main" val="4117267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8D2-016C-1DF8-1B55-A07086006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57A9-6CFA-C12C-06A5-C9CFA3A5B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D81D-905D-C708-70F3-403F2B2E84AF}"/>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AB81AE8F-7FEA-EECD-3BF6-D0E08A897B60}"/>
              </a:ext>
            </a:extLst>
          </p:cNvPr>
          <p:cNvSpPr>
            <a:spLocks noGrp="1"/>
          </p:cNvSpPr>
          <p:nvPr>
            <p:ph type="sldNum" sz="quarter" idx="5"/>
          </p:nvPr>
        </p:nvSpPr>
        <p:spPr/>
        <p:txBody>
          <a:bodyPr/>
          <a:lstStyle/>
          <a:p>
            <a:fld id="{AFF60533-1213-4FCB-A4AA-C44494E2E2E7}" type="slidenum">
              <a:rPr lang="en-US" smtClean="0"/>
              <a:t>26</a:t>
            </a:fld>
            <a:endParaRPr lang="en-US"/>
          </a:p>
        </p:txBody>
      </p:sp>
    </p:spTree>
    <p:extLst>
      <p:ext uri="{BB962C8B-B14F-4D97-AF65-F5344CB8AC3E}">
        <p14:creationId xmlns:p14="http://schemas.microsoft.com/office/powerpoint/2010/main" val="3755583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BA7D-077E-B977-F0CA-21FB87B06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33A44-007B-1CAF-CA99-2B4758F0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00A82-0CE6-178E-074C-44571BED5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89C4D-252B-5845-A8BB-D7334CFF68E4}"/>
              </a:ext>
            </a:extLst>
          </p:cNvPr>
          <p:cNvSpPr>
            <a:spLocks noGrp="1"/>
          </p:cNvSpPr>
          <p:nvPr>
            <p:ph type="sldNum" sz="quarter" idx="5"/>
          </p:nvPr>
        </p:nvSpPr>
        <p:spPr/>
        <p:txBody>
          <a:bodyPr/>
          <a:lstStyle/>
          <a:p>
            <a:fld id="{AFF60533-1213-4FCB-A4AA-C44494E2E2E7}" type="slidenum">
              <a:rPr lang="en-US" smtClean="0"/>
              <a:t>27</a:t>
            </a:fld>
            <a:endParaRPr lang="en-US"/>
          </a:p>
        </p:txBody>
      </p:sp>
    </p:spTree>
    <p:extLst>
      <p:ext uri="{BB962C8B-B14F-4D97-AF65-F5344CB8AC3E}">
        <p14:creationId xmlns:p14="http://schemas.microsoft.com/office/powerpoint/2010/main" val="265187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B9BA-17EB-47FE-8DBB-4257282AC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B5778-B680-79E7-F615-D6993F475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3D307-184B-FDD8-ADC6-754D65989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7B39C-4F75-84EF-EBE7-05B7AB6A8208}"/>
              </a:ext>
            </a:extLst>
          </p:cNvPr>
          <p:cNvSpPr>
            <a:spLocks noGrp="1"/>
          </p:cNvSpPr>
          <p:nvPr>
            <p:ph type="sldNum" sz="quarter" idx="5"/>
          </p:nvPr>
        </p:nvSpPr>
        <p:spPr/>
        <p:txBody>
          <a:bodyPr/>
          <a:lstStyle/>
          <a:p>
            <a:fld id="{AFF60533-1213-4FCB-A4AA-C44494E2E2E7}" type="slidenum">
              <a:rPr lang="en-US" smtClean="0"/>
              <a:t>28</a:t>
            </a:fld>
            <a:endParaRPr lang="en-US"/>
          </a:p>
        </p:txBody>
      </p:sp>
    </p:spTree>
    <p:extLst>
      <p:ext uri="{BB962C8B-B14F-4D97-AF65-F5344CB8AC3E}">
        <p14:creationId xmlns:p14="http://schemas.microsoft.com/office/powerpoint/2010/main" val="268154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774-0A40-F25C-5C31-C1C76A30C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0DFF2-612E-90A3-E132-1301110A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AE6C8-D753-3F67-8A26-00043811A1DC}"/>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E3A13C5-4F58-1125-5306-60AEC2974AE9}"/>
              </a:ext>
            </a:extLst>
          </p:cNvPr>
          <p:cNvSpPr>
            <a:spLocks noGrp="1"/>
          </p:cNvSpPr>
          <p:nvPr>
            <p:ph type="sldNum" sz="quarter" idx="5"/>
          </p:nvPr>
        </p:nvSpPr>
        <p:spPr/>
        <p:txBody>
          <a:bodyPr/>
          <a:lstStyle/>
          <a:p>
            <a:fld id="{AFF60533-1213-4FCB-A4AA-C44494E2E2E7}" type="slidenum">
              <a:rPr lang="en-US" smtClean="0"/>
              <a:t>29</a:t>
            </a:fld>
            <a:endParaRPr lang="en-US"/>
          </a:p>
        </p:txBody>
      </p:sp>
    </p:spTree>
    <p:extLst>
      <p:ext uri="{BB962C8B-B14F-4D97-AF65-F5344CB8AC3E}">
        <p14:creationId xmlns:p14="http://schemas.microsoft.com/office/powerpoint/2010/main" val="963409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sngStrike" dirty="0"/>
          </a:p>
          <a:p>
            <a:r>
              <a:rPr lang="en-US" strike="sngStrike" dirty="0"/>
              <a:t>I don't understand what this means - on https://www.greencirclecertified.com/ you select Certified Product Database to get to this location</a:t>
            </a:r>
            <a:br>
              <a:rPr lang="en-US" strike="sngStrike" dirty="0"/>
            </a:br>
            <a:br>
              <a:rPr lang="en-US" strike="sngStrike" dirty="0"/>
            </a:br>
            <a:r>
              <a:rPr lang="en-US" strike="sngStrike" dirty="0"/>
              <a:t>If you are talking about how someone signs in that would be Sign In. We should not need to say Go to Portal anymore</a:t>
            </a:r>
          </a:p>
          <a:p>
            <a:endParaRPr lang="en-US" strike="sngStrike" dirty="0"/>
          </a:p>
          <a:p>
            <a:r>
              <a:rPr lang="en-US" strike="sngStrike" dirty="0"/>
              <a:t>What are available sort options?</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30</a:t>
            </a:fld>
            <a:endParaRPr lang="en-US"/>
          </a:p>
        </p:txBody>
      </p:sp>
    </p:spTree>
    <p:extLst>
      <p:ext uri="{BB962C8B-B14F-4D97-AF65-F5344CB8AC3E}">
        <p14:creationId xmlns:p14="http://schemas.microsoft.com/office/powerpoint/2010/main" val="686380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8C1F-FD2B-01A0-BA6F-2277DE0E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ABF81-1BD9-68AA-71FB-1ACE720EE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8A446-E9A1-8105-02B3-B31CDCF05D3F}"/>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87E584-FD08-B53C-A81D-F222EC9B2808}"/>
              </a:ext>
            </a:extLst>
          </p:cNvPr>
          <p:cNvSpPr>
            <a:spLocks noGrp="1"/>
          </p:cNvSpPr>
          <p:nvPr>
            <p:ph type="sldNum" sz="quarter" idx="5"/>
          </p:nvPr>
        </p:nvSpPr>
        <p:spPr/>
        <p:txBody>
          <a:bodyPr/>
          <a:lstStyle/>
          <a:p>
            <a:fld id="{AFF60533-1213-4FCB-A4AA-C44494E2E2E7}" type="slidenum">
              <a:rPr lang="en-US" smtClean="0"/>
              <a:t>31</a:t>
            </a:fld>
            <a:endParaRPr lang="en-US"/>
          </a:p>
        </p:txBody>
      </p:sp>
    </p:spTree>
    <p:extLst>
      <p:ext uri="{BB962C8B-B14F-4D97-AF65-F5344CB8AC3E}">
        <p14:creationId xmlns:p14="http://schemas.microsoft.com/office/powerpoint/2010/main" val="2413157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7880-6B9C-8CC0-C720-59F0FD63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8F20E-7EB4-1FED-E5E8-286209844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EF35-9D0B-7EC2-1E92-99DCFF4B81E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BBDCA5-5C21-BF00-E1CB-36AFC62B2143}"/>
              </a:ext>
            </a:extLst>
          </p:cNvPr>
          <p:cNvSpPr>
            <a:spLocks noGrp="1"/>
          </p:cNvSpPr>
          <p:nvPr>
            <p:ph type="sldNum" sz="quarter" idx="5"/>
          </p:nvPr>
        </p:nvSpPr>
        <p:spPr/>
        <p:txBody>
          <a:bodyPr/>
          <a:lstStyle/>
          <a:p>
            <a:fld id="{AFF60533-1213-4FCB-A4AA-C44494E2E2E7}" type="slidenum">
              <a:rPr lang="en-US" smtClean="0"/>
              <a:t>32</a:t>
            </a:fld>
            <a:endParaRPr lang="en-US"/>
          </a:p>
        </p:txBody>
      </p:sp>
    </p:spTree>
    <p:extLst>
      <p:ext uri="{BB962C8B-B14F-4D97-AF65-F5344CB8AC3E}">
        <p14:creationId xmlns:p14="http://schemas.microsoft.com/office/powerpoint/2010/main" val="3029107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33</a:t>
            </a:fld>
            <a:endParaRPr lang="en-US"/>
          </a:p>
        </p:txBody>
      </p:sp>
    </p:spTree>
    <p:extLst>
      <p:ext uri="{BB962C8B-B14F-4D97-AF65-F5344CB8AC3E}">
        <p14:creationId xmlns:p14="http://schemas.microsoft.com/office/powerpoint/2010/main" val="3078829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30CE-6294-129D-9626-F4A53A18E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EB336-3D12-F42F-11AD-0F105C239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56BBB-FB03-3411-18BC-B08658535F5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BDA81FF-B1CB-386C-7D3E-CEFA619021AF}"/>
              </a:ext>
            </a:extLst>
          </p:cNvPr>
          <p:cNvSpPr>
            <a:spLocks noGrp="1"/>
          </p:cNvSpPr>
          <p:nvPr>
            <p:ph type="sldNum" sz="quarter" idx="5"/>
          </p:nvPr>
        </p:nvSpPr>
        <p:spPr/>
        <p:txBody>
          <a:bodyPr/>
          <a:lstStyle/>
          <a:p>
            <a:fld id="{AFF60533-1213-4FCB-A4AA-C44494E2E2E7}" type="slidenum">
              <a:rPr lang="en-US" smtClean="0"/>
              <a:t>34</a:t>
            </a:fld>
            <a:endParaRPr lang="en-US"/>
          </a:p>
        </p:txBody>
      </p:sp>
    </p:spTree>
    <p:extLst>
      <p:ext uri="{BB962C8B-B14F-4D97-AF65-F5344CB8AC3E}">
        <p14:creationId xmlns:p14="http://schemas.microsoft.com/office/powerpoint/2010/main" val="2575180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7EF1-60F0-503E-EEAE-5009EB824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37547-A094-6224-DB19-A40CC914B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A4DAB-830C-7D15-E729-4C77CF0B71A3}"/>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3114FE4-3D8A-4D72-35CB-DC108B576190}"/>
              </a:ext>
            </a:extLst>
          </p:cNvPr>
          <p:cNvSpPr>
            <a:spLocks noGrp="1"/>
          </p:cNvSpPr>
          <p:nvPr>
            <p:ph type="sldNum" sz="quarter" idx="5"/>
          </p:nvPr>
        </p:nvSpPr>
        <p:spPr/>
        <p:txBody>
          <a:bodyPr/>
          <a:lstStyle/>
          <a:p>
            <a:fld id="{AFF60533-1213-4FCB-A4AA-C44494E2E2E7}" type="slidenum">
              <a:rPr lang="en-US" smtClean="0"/>
              <a:t>35</a:t>
            </a:fld>
            <a:endParaRPr lang="en-US"/>
          </a:p>
        </p:txBody>
      </p:sp>
    </p:spTree>
    <p:extLst>
      <p:ext uri="{BB962C8B-B14F-4D97-AF65-F5344CB8AC3E}">
        <p14:creationId xmlns:p14="http://schemas.microsoft.com/office/powerpoint/2010/main" val="4222814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6044-BB30-7DE0-A948-D4F5F32FC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98264-81E6-EB38-E58D-1B2E1CD0C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0E0EB-8757-DC57-2E27-562E6BA1A09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3634B89-014D-0FFB-4E2B-F3AE0E8FF326}"/>
              </a:ext>
            </a:extLst>
          </p:cNvPr>
          <p:cNvSpPr>
            <a:spLocks noGrp="1"/>
          </p:cNvSpPr>
          <p:nvPr>
            <p:ph type="sldNum" sz="quarter" idx="5"/>
          </p:nvPr>
        </p:nvSpPr>
        <p:spPr/>
        <p:txBody>
          <a:bodyPr/>
          <a:lstStyle/>
          <a:p>
            <a:fld id="{AFF60533-1213-4FCB-A4AA-C44494E2E2E7}" type="slidenum">
              <a:rPr lang="en-US" smtClean="0"/>
              <a:t>36</a:t>
            </a:fld>
            <a:endParaRPr lang="en-US"/>
          </a:p>
        </p:txBody>
      </p:sp>
    </p:spTree>
    <p:extLst>
      <p:ext uri="{BB962C8B-B14F-4D97-AF65-F5344CB8AC3E}">
        <p14:creationId xmlns:p14="http://schemas.microsoft.com/office/powerpoint/2010/main" val="2734495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BF9-2FE4-89E8-D84B-E2CF61BDB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07B3-4762-6072-A272-5BFEFB524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6F7E-1440-B80F-55AF-AC307F3C9E4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E51B3137-56AE-FCDD-E35C-64D12DCE85BF}"/>
              </a:ext>
            </a:extLst>
          </p:cNvPr>
          <p:cNvSpPr>
            <a:spLocks noGrp="1"/>
          </p:cNvSpPr>
          <p:nvPr>
            <p:ph type="sldNum" sz="quarter" idx="5"/>
          </p:nvPr>
        </p:nvSpPr>
        <p:spPr/>
        <p:txBody>
          <a:bodyPr/>
          <a:lstStyle/>
          <a:p>
            <a:fld id="{AFF60533-1213-4FCB-A4AA-C44494E2E2E7}" type="slidenum">
              <a:rPr lang="en-US" smtClean="0"/>
              <a:t>37</a:t>
            </a:fld>
            <a:endParaRPr lang="en-US"/>
          </a:p>
        </p:txBody>
      </p:sp>
    </p:spTree>
    <p:extLst>
      <p:ext uri="{BB962C8B-B14F-4D97-AF65-F5344CB8AC3E}">
        <p14:creationId xmlns:p14="http://schemas.microsoft.com/office/powerpoint/2010/main" val="134906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3F1B-0714-5D2B-A0CE-001483CB9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AD87F-3C1E-42DB-C551-93063317E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8347D-6CE0-155D-F297-EACA3DC393FC}"/>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5BA74652-3F62-90C9-C7DE-0020787104F6}"/>
              </a:ext>
            </a:extLst>
          </p:cNvPr>
          <p:cNvSpPr>
            <a:spLocks noGrp="1"/>
          </p:cNvSpPr>
          <p:nvPr>
            <p:ph type="sldNum" sz="quarter" idx="5"/>
          </p:nvPr>
        </p:nvSpPr>
        <p:spPr/>
        <p:txBody>
          <a:bodyPr/>
          <a:lstStyle/>
          <a:p>
            <a:fld id="{AFF60533-1213-4FCB-A4AA-C44494E2E2E7}" type="slidenum">
              <a:rPr lang="en-US" smtClean="0"/>
              <a:t>38</a:t>
            </a:fld>
            <a:endParaRPr lang="en-US"/>
          </a:p>
        </p:txBody>
      </p:sp>
    </p:spTree>
    <p:extLst>
      <p:ext uri="{BB962C8B-B14F-4D97-AF65-F5344CB8AC3E}">
        <p14:creationId xmlns:p14="http://schemas.microsoft.com/office/powerpoint/2010/main" val="3476395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5401-B11E-F493-C11D-9D5DFBD5E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DB58A-03E0-C209-7C15-B1C75739D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64C1A-68C4-9993-0C6D-81528E07FF53}"/>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A29122ED-CEBD-5325-16BB-B87B631CA3E9}"/>
              </a:ext>
            </a:extLst>
          </p:cNvPr>
          <p:cNvSpPr>
            <a:spLocks noGrp="1"/>
          </p:cNvSpPr>
          <p:nvPr>
            <p:ph type="sldNum" sz="quarter" idx="5"/>
          </p:nvPr>
        </p:nvSpPr>
        <p:spPr/>
        <p:txBody>
          <a:bodyPr/>
          <a:lstStyle/>
          <a:p>
            <a:fld id="{AFF60533-1213-4FCB-A4AA-C44494E2E2E7}" type="slidenum">
              <a:rPr lang="en-US" smtClean="0"/>
              <a:t>39</a:t>
            </a:fld>
            <a:endParaRPr lang="en-US"/>
          </a:p>
        </p:txBody>
      </p:sp>
    </p:spTree>
    <p:extLst>
      <p:ext uri="{BB962C8B-B14F-4D97-AF65-F5344CB8AC3E}">
        <p14:creationId xmlns:p14="http://schemas.microsoft.com/office/powerpoint/2010/main" val="1856284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6006-CF81-40D8-236E-13268DE9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85A0-62E4-C552-315F-42F89F13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7EAB1-D06F-9EDD-2BD1-18A6DF03DC40}"/>
              </a:ext>
            </a:extLst>
          </p:cNvPr>
          <p:cNvSpPr>
            <a:spLocks noGrp="1"/>
          </p:cNvSpPr>
          <p:nvPr>
            <p:ph type="body" idx="1"/>
          </p:nvPr>
        </p:nvSpPr>
        <p:spPr/>
        <p:txBody>
          <a:bodyPr/>
          <a:lstStyle/>
          <a:p>
            <a:r>
              <a:rPr lang="en-US" dirty="0"/>
              <a:t>We need to make sure only GCC users have edit access to a certificate record</a:t>
            </a:r>
          </a:p>
          <a:p>
            <a:endParaRPr lang="en-US" dirty="0"/>
          </a:p>
        </p:txBody>
      </p:sp>
      <p:sp>
        <p:nvSpPr>
          <p:cNvPr id="4" name="Slide Number Placeholder 3">
            <a:extLst>
              <a:ext uri="{FF2B5EF4-FFF2-40B4-BE49-F238E27FC236}">
                <a16:creationId xmlns:a16="http://schemas.microsoft.com/office/drawing/2014/main" id="{18D57FE4-1D64-88AE-C1A5-0229F9F788BD}"/>
              </a:ext>
            </a:extLst>
          </p:cNvPr>
          <p:cNvSpPr>
            <a:spLocks noGrp="1"/>
          </p:cNvSpPr>
          <p:nvPr>
            <p:ph type="sldNum" sz="quarter" idx="5"/>
          </p:nvPr>
        </p:nvSpPr>
        <p:spPr/>
        <p:txBody>
          <a:bodyPr/>
          <a:lstStyle/>
          <a:p>
            <a:fld id="{AFF60533-1213-4FCB-A4AA-C44494E2E2E7}" type="slidenum">
              <a:rPr lang="en-US" smtClean="0"/>
              <a:t>40</a:t>
            </a:fld>
            <a:endParaRPr lang="en-US"/>
          </a:p>
        </p:txBody>
      </p:sp>
    </p:spTree>
    <p:extLst>
      <p:ext uri="{BB962C8B-B14F-4D97-AF65-F5344CB8AC3E}">
        <p14:creationId xmlns:p14="http://schemas.microsoft.com/office/powerpoint/2010/main" val="1901916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p:cNvSpPr>
            <a:spLocks noGrp="1"/>
          </p:cNvSpPr>
          <p:nvPr>
            <p:ph type="sldNum" sz="quarter" idx="5"/>
          </p:nvPr>
        </p:nvSpPr>
        <p:spPr/>
        <p:txBody>
          <a:bodyPr/>
          <a:lstStyle/>
          <a:p>
            <a:fld id="{AFF60533-1213-4FCB-A4AA-C44494E2E2E7}" type="slidenum">
              <a:rPr lang="en-US" smtClean="0"/>
              <a:t>41</a:t>
            </a:fld>
            <a:endParaRPr lang="en-US"/>
          </a:p>
        </p:txBody>
      </p:sp>
    </p:spTree>
    <p:extLst>
      <p:ext uri="{BB962C8B-B14F-4D97-AF65-F5344CB8AC3E}">
        <p14:creationId xmlns:p14="http://schemas.microsoft.com/office/powerpoint/2010/main" val="2854038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AF-E298-EEB4-2E30-7E199A465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2E8A2-DECD-D0A8-2C7F-ED055620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D7902-DB6F-D37D-D7C0-280CCA32C8C6}"/>
              </a:ext>
            </a:extLst>
          </p:cNvPr>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a:extLst>
              <a:ext uri="{FF2B5EF4-FFF2-40B4-BE49-F238E27FC236}">
                <a16:creationId xmlns:a16="http://schemas.microsoft.com/office/drawing/2014/main" id="{5AADA705-681B-861C-7772-024481C1AE71}"/>
              </a:ext>
            </a:extLst>
          </p:cNvPr>
          <p:cNvSpPr>
            <a:spLocks noGrp="1"/>
          </p:cNvSpPr>
          <p:nvPr>
            <p:ph type="sldNum" sz="quarter" idx="5"/>
          </p:nvPr>
        </p:nvSpPr>
        <p:spPr/>
        <p:txBody>
          <a:bodyPr/>
          <a:lstStyle/>
          <a:p>
            <a:fld id="{AFF60533-1213-4FCB-A4AA-C44494E2E2E7}" type="slidenum">
              <a:rPr lang="en-US" smtClean="0"/>
              <a:t>42</a:t>
            </a:fld>
            <a:endParaRPr lang="en-US"/>
          </a:p>
        </p:txBody>
      </p:sp>
    </p:spTree>
    <p:extLst>
      <p:ext uri="{BB962C8B-B14F-4D97-AF65-F5344CB8AC3E}">
        <p14:creationId xmlns:p14="http://schemas.microsoft.com/office/powerpoint/2010/main" val="374833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grant permissions to clients it would be through Company - and there could be multiple companies associated with 1 client (ASSA ABLOY for example) </a:t>
            </a:r>
            <a:br>
              <a:rPr lang="en-US" b="1" dirty="0"/>
            </a:br>
            <a:br>
              <a:rPr lang="en-US" b="1" dirty="0"/>
            </a:br>
            <a:r>
              <a:rPr lang="en-US" b="1" dirty="0"/>
              <a:t>However, on the partner side they would not be by Company but by tag or new field</a:t>
            </a:r>
          </a:p>
        </p:txBody>
      </p:sp>
      <p:sp>
        <p:nvSpPr>
          <p:cNvPr id="4" name="Slide Number Placeholder 3"/>
          <p:cNvSpPr>
            <a:spLocks noGrp="1"/>
          </p:cNvSpPr>
          <p:nvPr>
            <p:ph type="sldNum" sz="quarter" idx="5"/>
          </p:nvPr>
        </p:nvSpPr>
        <p:spPr/>
        <p:txBody>
          <a:bodyPr/>
          <a:lstStyle/>
          <a:p>
            <a:fld id="{AFF60533-1213-4FCB-A4AA-C44494E2E2E7}" type="slidenum">
              <a:rPr lang="en-US" smtClean="0"/>
              <a:t>43</a:t>
            </a:fld>
            <a:endParaRPr lang="en-US"/>
          </a:p>
        </p:txBody>
      </p:sp>
    </p:spTree>
    <p:extLst>
      <p:ext uri="{BB962C8B-B14F-4D97-AF65-F5344CB8AC3E}">
        <p14:creationId xmlns:p14="http://schemas.microsoft.com/office/powerpoint/2010/main" val="21598441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44</a:t>
            </a:fld>
            <a:endParaRPr lang="en-US"/>
          </a:p>
        </p:txBody>
      </p:sp>
    </p:spTree>
    <p:extLst>
      <p:ext uri="{BB962C8B-B14F-4D97-AF65-F5344CB8AC3E}">
        <p14:creationId xmlns:p14="http://schemas.microsoft.com/office/powerpoint/2010/main" val="8372837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8C34-7096-5857-73F5-04DF86FEF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9CEC9-B68F-520F-791E-49ADD9D24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73822-5C63-5A49-5341-B4A349453737}"/>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88D24199-C9FF-F42C-3C8D-4E065531846F}"/>
              </a:ext>
            </a:extLst>
          </p:cNvPr>
          <p:cNvSpPr>
            <a:spLocks noGrp="1"/>
          </p:cNvSpPr>
          <p:nvPr>
            <p:ph type="sldNum" sz="quarter" idx="5"/>
          </p:nvPr>
        </p:nvSpPr>
        <p:spPr/>
        <p:txBody>
          <a:bodyPr/>
          <a:lstStyle/>
          <a:p>
            <a:fld id="{AFF60533-1213-4FCB-A4AA-C44494E2E2E7}" type="slidenum">
              <a:rPr lang="en-US" smtClean="0"/>
              <a:t>45</a:t>
            </a:fld>
            <a:endParaRPr lang="en-US"/>
          </a:p>
        </p:txBody>
      </p:sp>
    </p:spTree>
    <p:extLst>
      <p:ext uri="{BB962C8B-B14F-4D97-AF65-F5344CB8AC3E}">
        <p14:creationId xmlns:p14="http://schemas.microsoft.com/office/powerpoint/2010/main" val="3861734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CE32-76D8-D7FE-B366-26002360A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EE313-692F-BB0C-E8D1-4D7019626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37C5E-B805-7416-D9B3-BB88CE638378}"/>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464FFA03-FC93-BD6F-7C6F-88D8D36C4954}"/>
              </a:ext>
            </a:extLst>
          </p:cNvPr>
          <p:cNvSpPr>
            <a:spLocks noGrp="1"/>
          </p:cNvSpPr>
          <p:nvPr>
            <p:ph type="sldNum" sz="quarter" idx="5"/>
          </p:nvPr>
        </p:nvSpPr>
        <p:spPr/>
        <p:txBody>
          <a:bodyPr/>
          <a:lstStyle/>
          <a:p>
            <a:fld id="{AFF60533-1213-4FCB-A4AA-C44494E2E2E7}" type="slidenum">
              <a:rPr lang="en-US" smtClean="0"/>
              <a:t>46</a:t>
            </a:fld>
            <a:endParaRPr lang="en-US"/>
          </a:p>
        </p:txBody>
      </p:sp>
    </p:spTree>
    <p:extLst>
      <p:ext uri="{BB962C8B-B14F-4D97-AF65-F5344CB8AC3E}">
        <p14:creationId xmlns:p14="http://schemas.microsoft.com/office/powerpoint/2010/main" val="3290249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make sure only GCC users have edit access to a certificate record</a:t>
            </a:r>
          </a:p>
          <a:p>
            <a:endParaRPr lang="en-US" dirty="0"/>
          </a:p>
          <a:p>
            <a:pPr defTabSz="948507">
              <a:defRPr/>
            </a:pPr>
            <a:r>
              <a:rPr lang="en-US">
                <a:solidFill>
                  <a:srgbClr val="606771"/>
                </a:solidFill>
                <a:latin typeface="Segoe UI" panose="020B0502040204020203" pitchFamily="34" charset="0"/>
              </a:rPr>
              <a:t>All data fields to be displayed based on user’s permissions: </a:t>
            </a:r>
            <a:r>
              <a:rPr lang="en-US" b="1">
                <a:solidFill>
                  <a:srgbClr val="606771"/>
                </a:solidFill>
                <a:latin typeface="Segoe UI" panose="020B0502040204020203" pitchFamily="34" charset="0"/>
              </a:rPr>
              <a:t>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Preview</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47</a:t>
            </a:fld>
            <a:endParaRPr lang="en-US"/>
          </a:p>
        </p:txBody>
      </p:sp>
    </p:spTree>
    <p:extLst>
      <p:ext uri="{BB962C8B-B14F-4D97-AF65-F5344CB8AC3E}">
        <p14:creationId xmlns:p14="http://schemas.microsoft.com/office/powerpoint/2010/main" val="163851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p:cNvSpPr>
            <a:spLocks noGrp="1"/>
          </p:cNvSpPr>
          <p:nvPr>
            <p:ph type="sldNum" sz="quarter" idx="5"/>
          </p:nvPr>
        </p:nvSpPr>
        <p:spPr/>
        <p:txBody>
          <a:bodyPr/>
          <a:lstStyle/>
          <a:p>
            <a:fld id="{AFF60533-1213-4FCB-A4AA-C44494E2E2E7}" type="slidenum">
              <a:rPr lang="en-US" smtClean="0"/>
              <a:t>48</a:t>
            </a:fld>
            <a:endParaRPr lang="en-US"/>
          </a:p>
        </p:txBody>
      </p:sp>
    </p:spTree>
    <p:extLst>
      <p:ext uri="{BB962C8B-B14F-4D97-AF65-F5344CB8AC3E}">
        <p14:creationId xmlns:p14="http://schemas.microsoft.com/office/powerpoint/2010/main" val="7145888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A37-8B11-EC42-6C10-7DEFBEC76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5580-2071-A1FC-F2B4-BD04A1B46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14427-1440-9A34-1559-7FAA66260DAC}"/>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778AB5B1-6B91-9BBD-EE98-41BADBBBCA2E}"/>
              </a:ext>
            </a:extLst>
          </p:cNvPr>
          <p:cNvSpPr>
            <a:spLocks noGrp="1"/>
          </p:cNvSpPr>
          <p:nvPr>
            <p:ph type="sldNum" sz="quarter" idx="5"/>
          </p:nvPr>
        </p:nvSpPr>
        <p:spPr/>
        <p:txBody>
          <a:bodyPr/>
          <a:lstStyle/>
          <a:p>
            <a:fld id="{AFF60533-1213-4FCB-A4AA-C44494E2E2E7}" type="slidenum">
              <a:rPr lang="en-US" smtClean="0"/>
              <a:t>49</a:t>
            </a:fld>
            <a:endParaRPr lang="en-US"/>
          </a:p>
        </p:txBody>
      </p:sp>
    </p:spTree>
    <p:extLst>
      <p:ext uri="{BB962C8B-B14F-4D97-AF65-F5344CB8AC3E}">
        <p14:creationId xmlns:p14="http://schemas.microsoft.com/office/powerpoint/2010/main" val="31923654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doc provided --- only changes are:</a:t>
            </a:r>
          </a:p>
          <a:p>
            <a:endParaRPr lang="en-US" dirty="0"/>
          </a:p>
          <a:p>
            <a:r>
              <a:rPr lang="en-US" dirty="0"/>
              <a:t>Product Name - not required</a:t>
            </a:r>
          </a:p>
          <a:p>
            <a:r>
              <a:rPr lang="en-US" dirty="0"/>
              <a:t>Product Category - required if there is a Product Name</a:t>
            </a:r>
          </a:p>
          <a:p>
            <a:r>
              <a:rPr lang="en-US" dirty="0"/>
              <a:t>Certificated Upload - not required</a:t>
            </a:r>
          </a:p>
        </p:txBody>
      </p:sp>
      <p:sp>
        <p:nvSpPr>
          <p:cNvPr id="4" name="Slide Number Placeholder 3"/>
          <p:cNvSpPr>
            <a:spLocks noGrp="1"/>
          </p:cNvSpPr>
          <p:nvPr>
            <p:ph type="sldNum" sz="quarter" idx="5"/>
          </p:nvPr>
        </p:nvSpPr>
        <p:spPr/>
        <p:txBody>
          <a:bodyPr/>
          <a:lstStyle/>
          <a:p>
            <a:fld id="{AFF60533-1213-4FCB-A4AA-C44494E2E2E7}" type="slidenum">
              <a:rPr lang="en-US" smtClean="0"/>
              <a:t>50</a:t>
            </a:fld>
            <a:endParaRPr lang="en-US"/>
          </a:p>
        </p:txBody>
      </p:sp>
    </p:spTree>
    <p:extLst>
      <p:ext uri="{BB962C8B-B14F-4D97-AF65-F5344CB8AC3E}">
        <p14:creationId xmlns:p14="http://schemas.microsoft.com/office/powerpoint/2010/main" val="39160701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comments as other page. Need to also be able to remove and replace prior cert PDF</a:t>
            </a:r>
            <a:br>
              <a:rPr lang="en-US" dirty="0"/>
            </a:br>
            <a:r>
              <a:rPr lang="en-US" dirty="0"/>
              <a:t>There should be a confirmation box that appears asking if they are sure they want to delete</a:t>
            </a:r>
          </a:p>
        </p:txBody>
      </p:sp>
      <p:sp>
        <p:nvSpPr>
          <p:cNvPr id="4" name="Slide Number Placeholder 3"/>
          <p:cNvSpPr>
            <a:spLocks noGrp="1"/>
          </p:cNvSpPr>
          <p:nvPr>
            <p:ph type="sldNum" sz="quarter" idx="5"/>
          </p:nvPr>
        </p:nvSpPr>
        <p:spPr/>
        <p:txBody>
          <a:bodyPr/>
          <a:lstStyle/>
          <a:p>
            <a:fld id="{AFF60533-1213-4FCB-A4AA-C44494E2E2E7}" type="slidenum">
              <a:rPr lang="en-US" smtClean="0"/>
              <a:t>51</a:t>
            </a:fld>
            <a:endParaRPr lang="en-US"/>
          </a:p>
        </p:txBody>
      </p:sp>
    </p:spTree>
    <p:extLst>
      <p:ext uri="{BB962C8B-B14F-4D97-AF65-F5344CB8AC3E}">
        <p14:creationId xmlns:p14="http://schemas.microsoft.com/office/powerpoint/2010/main" val="1718584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52</a:t>
            </a:fld>
            <a:endParaRPr lang="en-US"/>
          </a:p>
        </p:txBody>
      </p:sp>
    </p:spTree>
    <p:extLst>
      <p:ext uri="{BB962C8B-B14F-4D97-AF65-F5344CB8AC3E}">
        <p14:creationId xmlns:p14="http://schemas.microsoft.com/office/powerpoint/2010/main" val="2389626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8CB9-8477-13AA-F860-BAE19FFF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3482-2B7D-4EEC-F28E-2E8E396A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3A72-406B-DA9A-6C01-CBF482F181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3823BC-237D-44EE-8B07-9E1F3BC68A5B}"/>
              </a:ext>
            </a:extLst>
          </p:cNvPr>
          <p:cNvSpPr>
            <a:spLocks noGrp="1"/>
          </p:cNvSpPr>
          <p:nvPr>
            <p:ph type="sldNum" sz="quarter" idx="5"/>
          </p:nvPr>
        </p:nvSpPr>
        <p:spPr/>
        <p:txBody>
          <a:bodyPr/>
          <a:lstStyle/>
          <a:p>
            <a:fld id="{AFF60533-1213-4FCB-A4AA-C44494E2E2E7}" type="slidenum">
              <a:rPr lang="en-US" smtClean="0"/>
              <a:t>53</a:t>
            </a:fld>
            <a:endParaRPr lang="en-US"/>
          </a:p>
        </p:txBody>
      </p:sp>
    </p:spTree>
    <p:extLst>
      <p:ext uri="{BB962C8B-B14F-4D97-AF65-F5344CB8AC3E}">
        <p14:creationId xmlns:p14="http://schemas.microsoft.com/office/powerpoint/2010/main" val="5638098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041-54BB-5B82-9A94-850FBFCA7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3458-73C3-E30D-D1A9-1D6D32F4E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2733B-870F-1433-09E0-8919FCAE371E}"/>
              </a:ext>
            </a:extLst>
          </p:cNvPr>
          <p:cNvSpPr>
            <a:spLocks noGrp="1"/>
          </p:cNvSpPr>
          <p:nvPr>
            <p:ph type="body" idx="1"/>
          </p:nvPr>
        </p:nvSpPr>
        <p:spPr/>
        <p:txBody>
          <a:bodyPr/>
          <a:lstStyle/>
          <a:p>
            <a:pPr marR="2000" algn="l" rtl="0">
              <a:buSzPts val="1200"/>
              <a:buFont typeface="Symbol" panose="05050102010706020507" pitchFamily="18" charset="2"/>
              <a:buChar char="·"/>
            </a:pPr>
            <a:r>
              <a:rPr lang="en-US" sz="1200" dirty="0">
                <a:latin typeface="Century Gothic" panose="020B0502020202020204" pitchFamily="34" charset="0"/>
              </a:rPr>
              <a:t> Company Management screen:</a:t>
            </a:r>
          </a:p>
          <a:p>
            <a:pPr marR="2000" lvl="1">
              <a:buSzPts val="1200"/>
              <a:buFont typeface="Symbol" panose="05050102010706020507" pitchFamily="18" charset="2"/>
              <a:buChar char="·"/>
            </a:pPr>
            <a:r>
              <a:rPr lang="en-US" sz="1200" dirty="0">
                <a:latin typeface="Century Gothic" panose="020B0502020202020204" pitchFamily="34" charset="0"/>
              </a:rPr>
              <a:t>Includes: Company Name, Company Contact</a:t>
            </a:r>
          </a:p>
          <a:p>
            <a:pPr marR="2000" lvl="1">
              <a:buSzPts val="1200"/>
              <a:buFont typeface="Symbol" panose="05050102010706020507" pitchFamily="18" charset="2"/>
              <a:buChar char="·"/>
            </a:pPr>
            <a:r>
              <a:rPr lang="en-US" sz="1200" dirty="0">
                <a:latin typeface="Century Gothic" panose="020B0502020202020204" pitchFamily="34" charset="0"/>
              </a:rPr>
              <a:t>Separate out Contact Email and Phone into two separate fields</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DISCUSS: Does this information populate under the cert if it’s listed here? If we aren’t  using this to auto populate that then we don’t need anything, but company name here.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Will import ever override current?</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The import will do a compare of the data to only upload new records.</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If existing </a:t>
            </a:r>
            <a:r>
              <a:rPr lang="en-US" sz="1200" b="1" dirty="0" err="1">
                <a:solidFill>
                  <a:srgbClr val="FF0000"/>
                </a:solidFill>
                <a:latin typeface="Century Gothic" panose="020B0502020202020204" pitchFamily="34" charset="0"/>
              </a:rPr>
              <a:t>Certficate</a:t>
            </a:r>
            <a:r>
              <a:rPr lang="en-US" sz="1200" b="1" dirty="0">
                <a:solidFill>
                  <a:srgbClr val="FF0000"/>
                </a:solidFill>
                <a:latin typeface="Century Gothic" panose="020B0502020202020204" pitchFamily="34" charset="0"/>
              </a:rPr>
              <a:t> # is uploaded it will update the fields that have changed. </a:t>
            </a:r>
          </a:p>
          <a:p>
            <a:pPr marR="2000" lvl="2">
              <a:buSzPts val="1200"/>
              <a:buFont typeface="Symbol" panose="05050102010706020507" pitchFamily="18" charset="2"/>
              <a:buChar char="·"/>
            </a:pPr>
            <a:r>
              <a:rPr lang="en-US" sz="1200" b="1" dirty="0">
                <a:solidFill>
                  <a:srgbClr val="FF0000"/>
                </a:solidFill>
                <a:latin typeface="Century Gothic" panose="020B0502020202020204" pitchFamily="34" charset="0"/>
              </a:rPr>
              <a:t>History table will be updated in the DB of the change.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email get used on the Cert? If so rename so more clear…</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Phone get used on the Cert? If so replace with URL on Cert. </a:t>
            </a:r>
            <a:br>
              <a:rPr lang="en-US" sz="1200" b="1" dirty="0">
                <a:solidFill>
                  <a:srgbClr val="FF0000"/>
                </a:solidFill>
                <a:latin typeface="Century Gothic" panose="020B0502020202020204" pitchFamily="34" charset="0"/>
              </a:rPr>
            </a:br>
            <a:r>
              <a:rPr lang="en-US" sz="1200" b="1" dirty="0">
                <a:solidFill>
                  <a:srgbClr val="FF0000"/>
                </a:solidFill>
                <a:latin typeface="Century Gothic" panose="020B0502020202020204" pitchFamily="34" charset="0"/>
              </a:rPr>
              <a:t>Only email and URL as contact options. </a:t>
            </a:r>
          </a:p>
        </p:txBody>
      </p:sp>
      <p:sp>
        <p:nvSpPr>
          <p:cNvPr id="4" name="Slide Number Placeholder 3">
            <a:extLst>
              <a:ext uri="{FF2B5EF4-FFF2-40B4-BE49-F238E27FC236}">
                <a16:creationId xmlns:a16="http://schemas.microsoft.com/office/drawing/2014/main" id="{A663F37E-B275-AC84-4DF6-89AA8649DAE0}"/>
              </a:ext>
            </a:extLst>
          </p:cNvPr>
          <p:cNvSpPr>
            <a:spLocks noGrp="1"/>
          </p:cNvSpPr>
          <p:nvPr>
            <p:ph type="sldNum" sz="quarter" idx="5"/>
          </p:nvPr>
        </p:nvSpPr>
        <p:spPr/>
        <p:txBody>
          <a:bodyPr/>
          <a:lstStyle/>
          <a:p>
            <a:fld id="{AFF60533-1213-4FCB-A4AA-C44494E2E2E7}" type="slidenum">
              <a:rPr lang="en-US" smtClean="0"/>
              <a:t>54</a:t>
            </a:fld>
            <a:endParaRPr lang="en-US"/>
          </a:p>
        </p:txBody>
      </p:sp>
    </p:spTree>
    <p:extLst>
      <p:ext uri="{BB962C8B-B14F-4D97-AF65-F5344CB8AC3E}">
        <p14:creationId xmlns:p14="http://schemas.microsoft.com/office/powerpoint/2010/main" val="38183919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FD64-4E7F-A7FF-89C2-1B4DB2B7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CB40-ED28-81A6-1B6C-F3D9D8F85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0056F-AE44-4221-ADF4-16979EC23B6D}"/>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8D9DF4B-2939-EF84-7072-BFF646B6758F}"/>
              </a:ext>
            </a:extLst>
          </p:cNvPr>
          <p:cNvSpPr>
            <a:spLocks noGrp="1"/>
          </p:cNvSpPr>
          <p:nvPr>
            <p:ph type="sldNum" sz="quarter" idx="5"/>
          </p:nvPr>
        </p:nvSpPr>
        <p:spPr/>
        <p:txBody>
          <a:bodyPr/>
          <a:lstStyle/>
          <a:p>
            <a:fld id="{AFF60533-1213-4FCB-A4AA-C44494E2E2E7}" type="slidenum">
              <a:rPr lang="en-US" smtClean="0"/>
              <a:t>55</a:t>
            </a:fld>
            <a:endParaRPr lang="en-US"/>
          </a:p>
        </p:txBody>
      </p:sp>
    </p:spTree>
    <p:extLst>
      <p:ext uri="{BB962C8B-B14F-4D97-AF65-F5344CB8AC3E}">
        <p14:creationId xmlns:p14="http://schemas.microsoft.com/office/powerpoint/2010/main" val="37270750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E942-D1A3-4F2A-2B90-048CAB64F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B7A18-52A2-EB81-3373-C1298DE47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E3E78-6F17-7ADA-4B90-35CD2A0D8A7E}"/>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1E34B4F2-0541-AB42-9D8F-BBEDD61CFD14}"/>
              </a:ext>
            </a:extLst>
          </p:cNvPr>
          <p:cNvSpPr>
            <a:spLocks noGrp="1"/>
          </p:cNvSpPr>
          <p:nvPr>
            <p:ph type="sldNum" sz="quarter" idx="5"/>
          </p:nvPr>
        </p:nvSpPr>
        <p:spPr/>
        <p:txBody>
          <a:bodyPr/>
          <a:lstStyle/>
          <a:p>
            <a:fld id="{AFF60533-1213-4FCB-A4AA-C44494E2E2E7}" type="slidenum">
              <a:rPr lang="en-US" smtClean="0"/>
              <a:t>56</a:t>
            </a:fld>
            <a:endParaRPr lang="en-US"/>
          </a:p>
        </p:txBody>
      </p:sp>
    </p:spTree>
    <p:extLst>
      <p:ext uri="{BB962C8B-B14F-4D97-AF65-F5344CB8AC3E}">
        <p14:creationId xmlns:p14="http://schemas.microsoft.com/office/powerpoint/2010/main" val="4270547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9D0C-3A43-669E-51DD-94699B871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EC38D-4B77-D506-E5B5-37C81D8B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7B39B-0A44-4F2B-BAFC-CF6D06D9D0CC}"/>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1845171-C636-E391-730A-206F1A4FEE21}"/>
              </a:ext>
            </a:extLst>
          </p:cNvPr>
          <p:cNvSpPr>
            <a:spLocks noGrp="1"/>
          </p:cNvSpPr>
          <p:nvPr>
            <p:ph type="sldNum" sz="quarter" idx="5"/>
          </p:nvPr>
        </p:nvSpPr>
        <p:spPr/>
        <p:txBody>
          <a:bodyPr/>
          <a:lstStyle/>
          <a:p>
            <a:fld id="{AFF60533-1213-4FCB-A4AA-C44494E2E2E7}" type="slidenum">
              <a:rPr lang="en-US" smtClean="0"/>
              <a:t>57</a:t>
            </a:fld>
            <a:endParaRPr lang="en-US"/>
          </a:p>
        </p:txBody>
      </p:sp>
    </p:spTree>
    <p:extLst>
      <p:ext uri="{BB962C8B-B14F-4D97-AF65-F5344CB8AC3E}">
        <p14:creationId xmlns:p14="http://schemas.microsoft.com/office/powerpoint/2010/main" val="294303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7F2-594E-9752-8921-E994E08A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62DC-6236-E209-772E-BFBDF3E3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FB93-02EB-FE22-F665-9BEB74424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3A5C3-8CC2-C6DA-6138-83B2181E876C}"/>
              </a:ext>
            </a:extLst>
          </p:cNvPr>
          <p:cNvSpPr>
            <a:spLocks noGrp="1"/>
          </p:cNvSpPr>
          <p:nvPr>
            <p:ph type="sldNum" sz="quarter" idx="5"/>
          </p:nvPr>
        </p:nvSpPr>
        <p:spPr/>
        <p:txBody>
          <a:bodyPr/>
          <a:lstStyle/>
          <a:p>
            <a:fld id="{AFF60533-1213-4FCB-A4AA-C44494E2E2E7}" type="slidenum">
              <a:rPr lang="en-US" smtClean="0"/>
              <a:t>58</a:t>
            </a:fld>
            <a:endParaRPr lang="en-US"/>
          </a:p>
        </p:txBody>
      </p:sp>
    </p:spTree>
    <p:extLst>
      <p:ext uri="{BB962C8B-B14F-4D97-AF65-F5344CB8AC3E}">
        <p14:creationId xmlns:p14="http://schemas.microsoft.com/office/powerpoint/2010/main" val="13224887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p:cNvSpPr>
            <a:spLocks noGrp="1"/>
          </p:cNvSpPr>
          <p:nvPr>
            <p:ph type="sldNum" sz="quarter" idx="5"/>
          </p:nvPr>
        </p:nvSpPr>
        <p:spPr/>
        <p:txBody>
          <a:bodyPr/>
          <a:lstStyle/>
          <a:p>
            <a:fld id="{AFF60533-1213-4FCB-A4AA-C44494E2E2E7}" type="slidenum">
              <a:rPr lang="en-US" smtClean="0"/>
              <a:t>59</a:t>
            </a:fld>
            <a:endParaRPr lang="en-US"/>
          </a:p>
        </p:txBody>
      </p:sp>
    </p:spTree>
    <p:extLst>
      <p:ext uri="{BB962C8B-B14F-4D97-AF65-F5344CB8AC3E}">
        <p14:creationId xmlns:p14="http://schemas.microsoft.com/office/powerpoint/2010/main" val="42222201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2A9F-A7F8-B262-71C2-79BCC85E0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1909-A4E5-5B0B-2913-26567EC86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73C28-EF98-2F09-CBCD-1546E4A9EBD5}"/>
              </a:ext>
            </a:extLst>
          </p:cNvPr>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a:extLst>
              <a:ext uri="{FF2B5EF4-FFF2-40B4-BE49-F238E27FC236}">
                <a16:creationId xmlns:a16="http://schemas.microsoft.com/office/drawing/2014/main" id="{9A2D5B8A-602D-8E81-EDA6-FF1371F799AE}"/>
              </a:ext>
            </a:extLst>
          </p:cNvPr>
          <p:cNvSpPr>
            <a:spLocks noGrp="1"/>
          </p:cNvSpPr>
          <p:nvPr>
            <p:ph type="sldNum" sz="quarter" idx="5"/>
          </p:nvPr>
        </p:nvSpPr>
        <p:spPr/>
        <p:txBody>
          <a:bodyPr/>
          <a:lstStyle/>
          <a:p>
            <a:fld id="{AFF60533-1213-4FCB-A4AA-C44494E2E2E7}" type="slidenum">
              <a:rPr lang="en-US" smtClean="0"/>
              <a:t>60</a:t>
            </a:fld>
            <a:endParaRPr lang="en-US"/>
          </a:p>
        </p:txBody>
      </p:sp>
    </p:spTree>
    <p:extLst>
      <p:ext uri="{BB962C8B-B14F-4D97-AF65-F5344CB8AC3E}">
        <p14:creationId xmlns:p14="http://schemas.microsoft.com/office/powerpoint/2010/main" val="7861895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p:cNvSpPr>
            <a:spLocks noGrp="1"/>
          </p:cNvSpPr>
          <p:nvPr>
            <p:ph type="sldNum" sz="quarter" idx="5"/>
          </p:nvPr>
        </p:nvSpPr>
        <p:spPr/>
        <p:txBody>
          <a:bodyPr/>
          <a:lstStyle/>
          <a:p>
            <a:fld id="{AFF60533-1213-4FCB-A4AA-C44494E2E2E7}" type="slidenum">
              <a:rPr lang="en-US" smtClean="0"/>
              <a:t>61</a:t>
            </a:fld>
            <a:endParaRPr lang="en-US"/>
          </a:p>
        </p:txBody>
      </p:sp>
    </p:spTree>
    <p:extLst>
      <p:ext uri="{BB962C8B-B14F-4D97-AF65-F5344CB8AC3E}">
        <p14:creationId xmlns:p14="http://schemas.microsoft.com/office/powerpoint/2010/main" val="15671431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BB3E-5A1F-9A05-0D03-9AE29740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560BE-B1F1-62CA-0D4F-95F9FC3BA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09C73-874B-D6DF-4A5E-ECDC43F4109B}"/>
              </a:ext>
            </a:extLst>
          </p:cNvPr>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a:extLst>
              <a:ext uri="{FF2B5EF4-FFF2-40B4-BE49-F238E27FC236}">
                <a16:creationId xmlns:a16="http://schemas.microsoft.com/office/drawing/2014/main" id="{B9025768-4913-B984-2DA7-47958E6534C6}"/>
              </a:ext>
            </a:extLst>
          </p:cNvPr>
          <p:cNvSpPr>
            <a:spLocks noGrp="1"/>
          </p:cNvSpPr>
          <p:nvPr>
            <p:ph type="sldNum" sz="quarter" idx="5"/>
          </p:nvPr>
        </p:nvSpPr>
        <p:spPr/>
        <p:txBody>
          <a:bodyPr/>
          <a:lstStyle/>
          <a:p>
            <a:fld id="{AFF60533-1213-4FCB-A4AA-C44494E2E2E7}" type="slidenum">
              <a:rPr lang="en-US" smtClean="0"/>
              <a:t>62</a:t>
            </a:fld>
            <a:endParaRPr lang="en-US"/>
          </a:p>
        </p:txBody>
      </p:sp>
    </p:spTree>
    <p:extLst>
      <p:ext uri="{BB962C8B-B14F-4D97-AF65-F5344CB8AC3E}">
        <p14:creationId xmlns:p14="http://schemas.microsoft.com/office/powerpoint/2010/main" val="36056557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C879-7EE2-11AC-62E8-3BA046B25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84666-9D6C-16B7-8743-914D40E20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E6318-5B2D-32FB-5015-B51BD0611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807A-AF02-C0AB-D89A-3A3550F71809}"/>
              </a:ext>
            </a:extLst>
          </p:cNvPr>
          <p:cNvSpPr>
            <a:spLocks noGrp="1"/>
          </p:cNvSpPr>
          <p:nvPr>
            <p:ph type="sldNum" sz="quarter" idx="5"/>
          </p:nvPr>
        </p:nvSpPr>
        <p:spPr/>
        <p:txBody>
          <a:bodyPr/>
          <a:lstStyle/>
          <a:p>
            <a:fld id="{AFF60533-1213-4FCB-A4AA-C44494E2E2E7}" type="slidenum">
              <a:rPr lang="en-US" smtClean="0"/>
              <a:t>63</a:t>
            </a:fld>
            <a:endParaRPr lang="en-US"/>
          </a:p>
        </p:txBody>
      </p:sp>
    </p:spTree>
    <p:extLst>
      <p:ext uri="{BB962C8B-B14F-4D97-AF65-F5344CB8AC3E}">
        <p14:creationId xmlns:p14="http://schemas.microsoft.com/office/powerpoint/2010/main" val="971228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0261-673B-321B-B448-BB2C1F18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6F5F-2EBD-65BC-FAA9-41EBAF02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EA6B1-5D17-F580-E990-9B4A01EA0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BFA288-1D26-31DE-5C24-DE4357CB43D0}"/>
              </a:ext>
            </a:extLst>
          </p:cNvPr>
          <p:cNvSpPr>
            <a:spLocks noGrp="1"/>
          </p:cNvSpPr>
          <p:nvPr>
            <p:ph type="sldNum" sz="quarter" idx="5"/>
          </p:nvPr>
        </p:nvSpPr>
        <p:spPr/>
        <p:txBody>
          <a:bodyPr/>
          <a:lstStyle/>
          <a:p>
            <a:fld id="{AFF60533-1213-4FCB-A4AA-C44494E2E2E7}" type="slidenum">
              <a:rPr lang="en-US" smtClean="0"/>
              <a:t>64</a:t>
            </a:fld>
            <a:endParaRPr lang="en-US"/>
          </a:p>
        </p:txBody>
      </p:sp>
    </p:spTree>
    <p:extLst>
      <p:ext uri="{BB962C8B-B14F-4D97-AF65-F5344CB8AC3E}">
        <p14:creationId xmlns:p14="http://schemas.microsoft.com/office/powerpoint/2010/main" val="23053977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D9A-3279-9420-264D-B5F7AB32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8955F-2470-A7BD-372A-1DB86E1FA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E40A-F995-54EA-2C3B-D2A8672F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26AEF-0F7E-D626-D170-F808F9C2D779}"/>
              </a:ext>
            </a:extLst>
          </p:cNvPr>
          <p:cNvSpPr>
            <a:spLocks noGrp="1"/>
          </p:cNvSpPr>
          <p:nvPr>
            <p:ph type="sldNum" sz="quarter" idx="5"/>
          </p:nvPr>
        </p:nvSpPr>
        <p:spPr/>
        <p:txBody>
          <a:bodyPr/>
          <a:lstStyle/>
          <a:p>
            <a:fld id="{AFF60533-1213-4FCB-A4AA-C44494E2E2E7}" type="slidenum">
              <a:rPr lang="en-US" smtClean="0"/>
              <a:t>65</a:t>
            </a:fld>
            <a:endParaRPr lang="en-US"/>
          </a:p>
        </p:txBody>
      </p:sp>
    </p:spTree>
    <p:extLst>
      <p:ext uri="{BB962C8B-B14F-4D97-AF65-F5344CB8AC3E}">
        <p14:creationId xmlns:p14="http://schemas.microsoft.com/office/powerpoint/2010/main" val="26463112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CB77-D7BE-4197-6CB2-3037156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2EEED-3163-CC46-E4B6-8EE89B0A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E1D9C-E6FE-5E98-740D-D2F376870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86BA-92F9-1A09-DFAF-C04E9FCA04AA}"/>
              </a:ext>
            </a:extLst>
          </p:cNvPr>
          <p:cNvSpPr>
            <a:spLocks noGrp="1"/>
          </p:cNvSpPr>
          <p:nvPr>
            <p:ph type="sldNum" sz="quarter" idx="5"/>
          </p:nvPr>
        </p:nvSpPr>
        <p:spPr/>
        <p:txBody>
          <a:bodyPr/>
          <a:lstStyle/>
          <a:p>
            <a:fld id="{AFF60533-1213-4FCB-A4AA-C44494E2E2E7}" type="slidenum">
              <a:rPr lang="en-US" smtClean="0"/>
              <a:t>66</a:t>
            </a:fld>
            <a:endParaRPr lang="en-US"/>
          </a:p>
        </p:txBody>
      </p:sp>
    </p:spTree>
    <p:extLst>
      <p:ext uri="{BB962C8B-B14F-4D97-AF65-F5344CB8AC3E}">
        <p14:creationId xmlns:p14="http://schemas.microsoft.com/office/powerpoint/2010/main" val="18368681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D5B5-7B53-BBA1-F642-92F8172DC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CD3B-5F0B-373C-4C99-CDC7718D5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01B07-5488-B23A-3A35-D1122AD32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625B-EC3C-E325-0F53-E2A5CA2A7563}"/>
              </a:ext>
            </a:extLst>
          </p:cNvPr>
          <p:cNvSpPr>
            <a:spLocks noGrp="1"/>
          </p:cNvSpPr>
          <p:nvPr>
            <p:ph type="sldNum" sz="quarter" idx="5"/>
          </p:nvPr>
        </p:nvSpPr>
        <p:spPr/>
        <p:txBody>
          <a:bodyPr/>
          <a:lstStyle/>
          <a:p>
            <a:fld id="{AFF60533-1213-4FCB-A4AA-C44494E2E2E7}" type="slidenum">
              <a:rPr lang="en-US" smtClean="0"/>
              <a:t>67</a:t>
            </a:fld>
            <a:endParaRPr lang="en-US"/>
          </a:p>
        </p:txBody>
      </p:sp>
    </p:spTree>
    <p:extLst>
      <p:ext uri="{BB962C8B-B14F-4D97-AF65-F5344CB8AC3E}">
        <p14:creationId xmlns:p14="http://schemas.microsoft.com/office/powerpoint/2010/main" val="32208484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0DB0-0674-5D61-3BAE-78E1A328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01C4-01AF-E3C6-C038-772367C0E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73F35-FA00-B478-5FF4-4388DE0597CD}"/>
              </a:ext>
            </a:extLst>
          </p:cNvPr>
          <p:cNvSpPr>
            <a:spLocks noGrp="1"/>
          </p:cNvSpPr>
          <p:nvPr>
            <p:ph type="body" idx="1"/>
          </p:nvPr>
        </p:nvSpPr>
        <p:spPr/>
        <p:txBody>
          <a:bodyPr/>
          <a:lstStyle/>
          <a:p>
            <a:r>
              <a:rPr lang="en-US" dirty="0"/>
              <a:t>API will send multiple records for certificates with multiple product IDs:</a:t>
            </a:r>
          </a:p>
          <a:p>
            <a:r>
              <a:rPr lang="en-US" dirty="0" err="1"/>
              <a:t>json</a:t>
            </a:r>
            <a:endParaRPr lang="en-US" dirty="0"/>
          </a:p>
          <a:p>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"B07EXAMPLE",</a:t>
            </a:r>
            <a:r>
              <a:rPr lang="en-US" dirty="0"/>
              <a:t> </a:t>
            </a:r>
          </a:p>
          <a:p>
            <a:r>
              <a:rPr lang="en-US" sz="1200" i="1" kern="1200" dirty="0">
                <a:solidFill>
                  <a:schemeClr val="tx1"/>
                </a:solidFill>
                <a:effectLst/>
                <a:latin typeface="+mn-lt"/>
                <a:ea typeface="+mn-ea"/>
                <a:cs typeface="+mn-cs"/>
              </a:rPr>
              <a:t>      // ... other fields</a:t>
            </a:r>
            <a:r>
              <a:rPr lang="en-US" dirty="0"/>
              <a:t> </a:t>
            </a:r>
            <a:r>
              <a:rPr lang="en-US" sz="1200" kern="1200" dirty="0">
                <a:solidFill>
                  <a:schemeClr val="tx1"/>
                </a:solidFill>
                <a:effectLst/>
                <a:latin typeface="+mn-lt"/>
                <a:ea typeface="+mn-ea"/>
                <a:cs typeface="+mn-cs"/>
              </a:rPr>
              <a:t>},</a:t>
            </a:r>
            <a:r>
              <a:rPr lang="en-US" dirty="0"/>
              <a:t> </a:t>
            </a:r>
          </a:p>
          <a:p>
            <a:r>
              <a:rPr lang="en-US" sz="1200" kern="1200" dirty="0">
                <a:solidFill>
                  <a:schemeClr val="tx1"/>
                </a:solidFill>
                <a:effectLst/>
                <a:latin typeface="+mn-lt"/>
                <a:ea typeface="+mn-ea"/>
                <a:cs typeface="+mn-cs"/>
              </a:rPr>
              <a:t>  {</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"123456789012",</a:t>
            </a:r>
            <a:r>
              <a:rPr lang="en-US" dirty="0"/>
              <a:t> </a:t>
            </a:r>
          </a:p>
          <a:p>
            <a:r>
              <a:rPr lang="en-US" sz="1200" i="1" kern="1200" dirty="0">
                <a:solidFill>
                  <a:schemeClr val="tx1"/>
                </a:solidFill>
                <a:effectLst/>
                <a:latin typeface="+mn-lt"/>
                <a:ea typeface="+mn-ea"/>
                <a:cs typeface="+mn-cs"/>
              </a:rPr>
              <a:t>     // ... other fields (duplicate certificate data)</a:t>
            </a:r>
            <a:r>
              <a:rPr lang="en-US" dirty="0"/>
              <a:t> </a:t>
            </a:r>
            <a:r>
              <a:rPr lang="en-US" sz="1200" kern="1200" dirty="0">
                <a:solidFill>
                  <a:schemeClr val="tx1"/>
                </a:solidFill>
                <a:effectLst/>
                <a:latin typeface="+mn-lt"/>
                <a:ea typeface="+mn-ea"/>
                <a:cs typeface="+mn-cs"/>
              </a:rPr>
              <a:t>}</a:t>
            </a:r>
          </a:p>
          <a:p>
            <a:r>
              <a:rPr lang="en-US" dirty="0"/>
              <a:t> </a:t>
            </a:r>
            <a:r>
              <a:rPr lang="en-US" sz="1200" kern="1200" dirty="0">
                <a:solidFill>
                  <a:schemeClr val="tx1"/>
                </a:solidFill>
                <a:effectLst/>
                <a:latin typeface="+mn-lt"/>
                <a:ea typeface="+mn-ea"/>
                <a:cs typeface="+mn-cs"/>
              </a:rPr>
              <a:t>]</a:t>
            </a:r>
            <a:endParaRPr lang="en-US" dirty="0"/>
          </a:p>
          <a:p>
            <a:endParaRPr lang="en-US" dirty="0"/>
          </a:p>
        </p:txBody>
      </p:sp>
      <p:sp>
        <p:nvSpPr>
          <p:cNvPr id="4" name="Slide Number Placeholder 3">
            <a:extLst>
              <a:ext uri="{FF2B5EF4-FFF2-40B4-BE49-F238E27FC236}">
                <a16:creationId xmlns:a16="http://schemas.microsoft.com/office/drawing/2014/main" id="{A64227EE-6034-FDF0-1F34-FF67E8C511C1}"/>
              </a:ext>
            </a:extLst>
          </p:cNvPr>
          <p:cNvSpPr>
            <a:spLocks noGrp="1"/>
          </p:cNvSpPr>
          <p:nvPr>
            <p:ph type="sldNum" sz="quarter" idx="5"/>
          </p:nvPr>
        </p:nvSpPr>
        <p:spPr/>
        <p:txBody>
          <a:bodyPr/>
          <a:lstStyle/>
          <a:p>
            <a:fld id="{AFF60533-1213-4FCB-A4AA-C44494E2E2E7}" type="slidenum">
              <a:rPr lang="en-US" smtClean="0"/>
              <a:t>68</a:t>
            </a:fld>
            <a:endParaRPr lang="en-US"/>
          </a:p>
        </p:txBody>
      </p:sp>
    </p:spTree>
    <p:extLst>
      <p:ext uri="{BB962C8B-B14F-4D97-AF65-F5344CB8AC3E}">
        <p14:creationId xmlns:p14="http://schemas.microsoft.com/office/powerpoint/2010/main" val="16866382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C1D5D-65E8-CAA8-795D-0B3C8334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A9ED9-4864-D636-38DA-382AF8A02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B0E9F-D203-5156-1E1E-63DF0C5B7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8F8BE-2D72-359F-3F97-4192150F1EB9}"/>
              </a:ext>
            </a:extLst>
          </p:cNvPr>
          <p:cNvSpPr>
            <a:spLocks noGrp="1"/>
          </p:cNvSpPr>
          <p:nvPr>
            <p:ph type="sldNum" sz="quarter" idx="5"/>
          </p:nvPr>
        </p:nvSpPr>
        <p:spPr/>
        <p:txBody>
          <a:bodyPr/>
          <a:lstStyle/>
          <a:p>
            <a:fld id="{AFF60533-1213-4FCB-A4AA-C44494E2E2E7}" type="slidenum">
              <a:rPr lang="en-US" smtClean="0"/>
              <a:t>69</a:t>
            </a:fld>
            <a:endParaRPr lang="en-US"/>
          </a:p>
        </p:txBody>
      </p:sp>
    </p:spTree>
    <p:extLst>
      <p:ext uri="{BB962C8B-B14F-4D97-AF65-F5344CB8AC3E}">
        <p14:creationId xmlns:p14="http://schemas.microsoft.com/office/powerpoint/2010/main" val="30439882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(not submit)</a:t>
            </a:r>
          </a:p>
        </p:txBody>
      </p:sp>
      <p:sp>
        <p:nvSpPr>
          <p:cNvPr id="4" name="Slide Number Placeholder 3"/>
          <p:cNvSpPr>
            <a:spLocks noGrp="1"/>
          </p:cNvSpPr>
          <p:nvPr>
            <p:ph type="sldNum" sz="quarter" idx="5"/>
          </p:nvPr>
        </p:nvSpPr>
        <p:spPr/>
        <p:txBody>
          <a:bodyPr/>
          <a:lstStyle/>
          <a:p>
            <a:fld id="{AFF60533-1213-4FCB-A4AA-C44494E2E2E7}" type="slidenum">
              <a:rPr lang="en-US" smtClean="0"/>
              <a:t>70</a:t>
            </a:fld>
            <a:endParaRPr lang="en-US"/>
          </a:p>
        </p:txBody>
      </p:sp>
    </p:spTree>
    <p:extLst>
      <p:ext uri="{BB962C8B-B14F-4D97-AF65-F5344CB8AC3E}">
        <p14:creationId xmlns:p14="http://schemas.microsoft.com/office/powerpoint/2010/main" val="34487426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4D21-9692-8978-9D06-7ABF92D0E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2B30-CFFA-51AD-12C2-76DFA3F16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7D289-1AFD-DE27-2F94-07BD68A28C13}"/>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157CC234-7A37-4B99-E867-D83CF20DB24E}"/>
              </a:ext>
            </a:extLst>
          </p:cNvPr>
          <p:cNvSpPr>
            <a:spLocks noGrp="1"/>
          </p:cNvSpPr>
          <p:nvPr>
            <p:ph type="sldNum" sz="quarter" idx="5"/>
          </p:nvPr>
        </p:nvSpPr>
        <p:spPr/>
        <p:txBody>
          <a:bodyPr/>
          <a:lstStyle/>
          <a:p>
            <a:fld id="{AFF60533-1213-4FCB-A4AA-C44494E2E2E7}" type="slidenum">
              <a:rPr lang="en-US" smtClean="0"/>
              <a:t>71</a:t>
            </a:fld>
            <a:endParaRPr lang="en-US"/>
          </a:p>
        </p:txBody>
      </p:sp>
    </p:spTree>
    <p:extLst>
      <p:ext uri="{BB962C8B-B14F-4D97-AF65-F5344CB8AC3E}">
        <p14:creationId xmlns:p14="http://schemas.microsoft.com/office/powerpoint/2010/main" val="2144219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72BE-A990-3A59-58C5-B5E84CC1B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1E4DB-B7C4-CAB1-821F-931F0469F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BD9DD-6ECE-8BF4-ADD1-5B8B2AE666B5}"/>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CE174F55-9C54-6EA0-B530-FD92710AF16E}"/>
              </a:ext>
            </a:extLst>
          </p:cNvPr>
          <p:cNvSpPr>
            <a:spLocks noGrp="1"/>
          </p:cNvSpPr>
          <p:nvPr>
            <p:ph type="sldNum" sz="quarter" idx="5"/>
          </p:nvPr>
        </p:nvSpPr>
        <p:spPr/>
        <p:txBody>
          <a:bodyPr/>
          <a:lstStyle/>
          <a:p>
            <a:fld id="{AFF60533-1213-4FCB-A4AA-C44494E2E2E7}" type="slidenum">
              <a:rPr lang="en-US" smtClean="0"/>
              <a:t>72</a:t>
            </a:fld>
            <a:endParaRPr lang="en-US"/>
          </a:p>
        </p:txBody>
      </p:sp>
    </p:spTree>
    <p:extLst>
      <p:ext uri="{BB962C8B-B14F-4D97-AF65-F5344CB8AC3E}">
        <p14:creationId xmlns:p14="http://schemas.microsoft.com/office/powerpoint/2010/main" val="8168920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73</a:t>
            </a:fld>
            <a:endParaRPr lang="en-US"/>
          </a:p>
        </p:txBody>
      </p:sp>
    </p:spTree>
    <p:extLst>
      <p:ext uri="{BB962C8B-B14F-4D97-AF65-F5344CB8AC3E}">
        <p14:creationId xmlns:p14="http://schemas.microsoft.com/office/powerpoint/2010/main" val="33716615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7694-0DB1-F1E2-1825-6A355866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0E1D3-0F4D-CC62-0B96-851AB3BA6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B420D-1BA9-55BC-F985-A150C941987D}"/>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42807FDD-66A7-3D1E-B4EF-C363460DF364}"/>
              </a:ext>
            </a:extLst>
          </p:cNvPr>
          <p:cNvSpPr>
            <a:spLocks noGrp="1"/>
          </p:cNvSpPr>
          <p:nvPr>
            <p:ph type="sldNum" sz="quarter" idx="5"/>
          </p:nvPr>
        </p:nvSpPr>
        <p:spPr/>
        <p:txBody>
          <a:bodyPr/>
          <a:lstStyle/>
          <a:p>
            <a:fld id="{AFF60533-1213-4FCB-A4AA-C44494E2E2E7}" type="slidenum">
              <a:rPr lang="en-US" smtClean="0"/>
              <a:t>74</a:t>
            </a:fld>
            <a:endParaRPr lang="en-US"/>
          </a:p>
        </p:txBody>
      </p:sp>
    </p:spTree>
    <p:extLst>
      <p:ext uri="{BB962C8B-B14F-4D97-AF65-F5344CB8AC3E}">
        <p14:creationId xmlns:p14="http://schemas.microsoft.com/office/powerpoint/2010/main" val="24747333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EDCC-5EAF-9642-5CB7-63ACD812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9E78-BE61-49A5-C209-BD35415BC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FCDDE-796A-9F34-E000-1FD6C8CE3795}"/>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31834092-6D7E-B20C-F976-2D0E4028E9F1}"/>
              </a:ext>
            </a:extLst>
          </p:cNvPr>
          <p:cNvSpPr>
            <a:spLocks noGrp="1"/>
          </p:cNvSpPr>
          <p:nvPr>
            <p:ph type="sldNum" sz="quarter" idx="5"/>
          </p:nvPr>
        </p:nvSpPr>
        <p:spPr/>
        <p:txBody>
          <a:bodyPr/>
          <a:lstStyle/>
          <a:p>
            <a:fld id="{AFF60533-1213-4FCB-A4AA-C44494E2E2E7}" type="slidenum">
              <a:rPr lang="en-US" smtClean="0"/>
              <a:t>75</a:t>
            </a:fld>
            <a:endParaRPr lang="en-US"/>
          </a:p>
        </p:txBody>
      </p:sp>
    </p:spTree>
    <p:extLst>
      <p:ext uri="{BB962C8B-B14F-4D97-AF65-F5344CB8AC3E}">
        <p14:creationId xmlns:p14="http://schemas.microsoft.com/office/powerpoint/2010/main" val="35212932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008E-C5E7-8A96-9577-F1D15DAF1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A771F-D94F-92B6-9F64-97E44C974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B745E-3148-3CF4-E40E-12934BF0371B}"/>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EFB899BA-77AA-DFAD-95FD-628B4431CF4D}"/>
              </a:ext>
            </a:extLst>
          </p:cNvPr>
          <p:cNvSpPr>
            <a:spLocks noGrp="1"/>
          </p:cNvSpPr>
          <p:nvPr>
            <p:ph type="sldNum" sz="quarter" idx="5"/>
          </p:nvPr>
        </p:nvSpPr>
        <p:spPr/>
        <p:txBody>
          <a:bodyPr/>
          <a:lstStyle/>
          <a:p>
            <a:fld id="{AFF60533-1213-4FCB-A4AA-C44494E2E2E7}" type="slidenum">
              <a:rPr lang="en-US" smtClean="0"/>
              <a:t>76</a:t>
            </a:fld>
            <a:endParaRPr lang="en-US"/>
          </a:p>
        </p:txBody>
      </p:sp>
    </p:spTree>
    <p:extLst>
      <p:ext uri="{BB962C8B-B14F-4D97-AF65-F5344CB8AC3E}">
        <p14:creationId xmlns:p14="http://schemas.microsoft.com/office/powerpoint/2010/main" val="9571949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AE881-9687-523B-71C1-06CD92EBE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5FB02-6A0C-A496-9053-D590C538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B8E39-CD7A-33DA-88BE-5E8FC7CFEF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AE7B0-5224-BE42-3348-8477966A1C34}"/>
              </a:ext>
            </a:extLst>
          </p:cNvPr>
          <p:cNvSpPr>
            <a:spLocks noGrp="1"/>
          </p:cNvSpPr>
          <p:nvPr>
            <p:ph type="sldNum" sz="quarter" idx="5"/>
          </p:nvPr>
        </p:nvSpPr>
        <p:spPr/>
        <p:txBody>
          <a:bodyPr/>
          <a:lstStyle/>
          <a:p>
            <a:fld id="{AFF60533-1213-4FCB-A4AA-C44494E2E2E7}" type="slidenum">
              <a:rPr lang="en-US" smtClean="0"/>
              <a:t>78</a:t>
            </a:fld>
            <a:endParaRPr lang="en-US"/>
          </a:p>
        </p:txBody>
      </p:sp>
    </p:spTree>
    <p:extLst>
      <p:ext uri="{BB962C8B-B14F-4D97-AF65-F5344CB8AC3E}">
        <p14:creationId xmlns:p14="http://schemas.microsoft.com/office/powerpoint/2010/main" val="10190834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E001-C1FC-CC9D-A887-4D18DA008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725B4-3B98-D724-B2C6-E37D0017F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D09B9-F110-AA86-58FC-62C7CBDA3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AD413-7B6B-1C91-77CC-E2C0DCBC2427}"/>
              </a:ext>
            </a:extLst>
          </p:cNvPr>
          <p:cNvSpPr>
            <a:spLocks noGrp="1"/>
          </p:cNvSpPr>
          <p:nvPr>
            <p:ph type="sldNum" sz="quarter" idx="5"/>
          </p:nvPr>
        </p:nvSpPr>
        <p:spPr/>
        <p:txBody>
          <a:bodyPr/>
          <a:lstStyle/>
          <a:p>
            <a:fld id="{AFF60533-1213-4FCB-A4AA-C44494E2E2E7}" type="slidenum">
              <a:rPr lang="en-US" smtClean="0"/>
              <a:t>79</a:t>
            </a:fld>
            <a:endParaRPr lang="en-US"/>
          </a:p>
        </p:txBody>
      </p:sp>
    </p:spTree>
    <p:extLst>
      <p:ext uri="{BB962C8B-B14F-4D97-AF65-F5344CB8AC3E}">
        <p14:creationId xmlns:p14="http://schemas.microsoft.com/office/powerpoint/2010/main" val="6939073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Field Visibility by User Role</a:t>
            </a:r>
          </a:p>
          <a:p>
            <a:r>
              <a:rPr lang="en-US" b="1" dirty="0"/>
              <a:t>Public Users:</a:t>
            </a:r>
            <a:r>
              <a:rPr lang="en-US" dirty="0"/>
              <a:t> Certificate #, Certification Type, Effective Date, Expiration Date, Company, Company Contact Email/URL, Product Name, Product Category, Product Type, Product Type Subcategory, Location, Country, External Tag</a:t>
            </a:r>
          </a:p>
          <a:p>
            <a:r>
              <a:rPr lang="en-US" b="1" dirty="0"/>
              <a:t>External/Client Users:</a:t>
            </a:r>
            <a:r>
              <a:rPr lang="en-US" dirty="0"/>
              <a:t> All public fields plus CSF Attributes, Status, Internal Tag, ASIN, UPC, GTIN, EAN, Certificate Upload</a:t>
            </a:r>
          </a:p>
          <a:p>
            <a:r>
              <a:rPr lang="en-US" b="1" dirty="0"/>
              <a:t>Analyst/Admin Users:</a:t>
            </a:r>
            <a:r>
              <a:rPr lang="en-US" dirty="0"/>
              <a:t> All fields including Record Information (Created Date, Last Updated Date, Last Edited By)</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80</a:t>
            </a:fld>
            <a:endParaRPr lang="en-US"/>
          </a:p>
        </p:txBody>
      </p:sp>
    </p:spTree>
    <p:extLst>
      <p:ext uri="{BB962C8B-B14F-4D97-AF65-F5344CB8AC3E}">
        <p14:creationId xmlns:p14="http://schemas.microsoft.com/office/powerpoint/2010/main" val="31210395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03A3-6B82-E9AC-5890-4BC89485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6B7A-C701-5B3C-585C-E8D2BC7D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CD673-6CF9-50DD-CF46-66F733373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90071-265A-E2CA-FC5A-5D0C1F1AA46B}"/>
              </a:ext>
            </a:extLst>
          </p:cNvPr>
          <p:cNvSpPr>
            <a:spLocks noGrp="1"/>
          </p:cNvSpPr>
          <p:nvPr>
            <p:ph type="sldNum" sz="quarter" idx="5"/>
          </p:nvPr>
        </p:nvSpPr>
        <p:spPr/>
        <p:txBody>
          <a:bodyPr/>
          <a:lstStyle/>
          <a:p>
            <a:fld id="{AFF60533-1213-4FCB-A4AA-C44494E2E2E7}" type="slidenum">
              <a:rPr lang="en-US" smtClean="0"/>
              <a:t>81</a:t>
            </a:fld>
            <a:endParaRPr lang="en-US"/>
          </a:p>
        </p:txBody>
      </p:sp>
    </p:spTree>
    <p:extLst>
      <p:ext uri="{BB962C8B-B14F-4D97-AF65-F5344CB8AC3E}">
        <p14:creationId xmlns:p14="http://schemas.microsoft.com/office/powerpoint/2010/main" val="19563452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82</a:t>
            </a:fld>
            <a:endParaRPr lang="en-US"/>
          </a:p>
        </p:txBody>
      </p:sp>
    </p:spTree>
    <p:extLst>
      <p:ext uri="{BB962C8B-B14F-4D97-AF65-F5344CB8AC3E}">
        <p14:creationId xmlns:p14="http://schemas.microsoft.com/office/powerpoint/2010/main" val="35052892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386D-5FA1-E739-752B-8AB7BC5A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C9942-0B06-9FF9-F5DA-E0EFE2BF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72CB-A260-0C4F-4D34-B8191637D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C8C9B-F3FB-9B61-A665-0A8FDDDD59B3}"/>
              </a:ext>
            </a:extLst>
          </p:cNvPr>
          <p:cNvSpPr>
            <a:spLocks noGrp="1"/>
          </p:cNvSpPr>
          <p:nvPr>
            <p:ph type="sldNum" sz="quarter" idx="5"/>
          </p:nvPr>
        </p:nvSpPr>
        <p:spPr/>
        <p:txBody>
          <a:bodyPr/>
          <a:lstStyle/>
          <a:p>
            <a:fld id="{AFF60533-1213-4FCB-A4AA-C44494E2E2E7}" type="slidenum">
              <a:rPr lang="en-US" smtClean="0"/>
              <a:t>83</a:t>
            </a:fld>
            <a:endParaRPr lang="en-US"/>
          </a:p>
        </p:txBody>
      </p:sp>
    </p:spTree>
    <p:extLst>
      <p:ext uri="{BB962C8B-B14F-4D97-AF65-F5344CB8AC3E}">
        <p14:creationId xmlns:p14="http://schemas.microsoft.com/office/powerpoint/2010/main" val="6801498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7210-780C-30A2-6144-F3BD394EB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6BE15-93A0-75F9-5BFD-BEFAD4CCD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76F30-5120-CFAB-0F6D-3E1A7CBCE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2C26D-96E8-7DC4-D8BB-B3EC22F88B83}"/>
              </a:ext>
            </a:extLst>
          </p:cNvPr>
          <p:cNvSpPr>
            <a:spLocks noGrp="1"/>
          </p:cNvSpPr>
          <p:nvPr>
            <p:ph type="sldNum" sz="quarter" idx="5"/>
          </p:nvPr>
        </p:nvSpPr>
        <p:spPr/>
        <p:txBody>
          <a:bodyPr/>
          <a:lstStyle/>
          <a:p>
            <a:fld id="{AFF60533-1213-4FCB-A4AA-C44494E2E2E7}" type="slidenum">
              <a:rPr lang="en-US" smtClean="0"/>
              <a:t>84</a:t>
            </a:fld>
            <a:endParaRPr lang="en-US"/>
          </a:p>
        </p:txBody>
      </p:sp>
    </p:spTree>
    <p:extLst>
      <p:ext uri="{BB962C8B-B14F-4D97-AF65-F5344CB8AC3E}">
        <p14:creationId xmlns:p14="http://schemas.microsoft.com/office/powerpoint/2010/main" val="33033051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4880-7F18-4072-5035-D01CE926B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8D6BD-07B6-2E23-5C72-6B408AD8B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14CB4-1FFB-10FE-893D-067775E6AE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2C054A-8356-5AE8-01F8-8193A9DAD5EC}"/>
              </a:ext>
            </a:extLst>
          </p:cNvPr>
          <p:cNvSpPr>
            <a:spLocks noGrp="1"/>
          </p:cNvSpPr>
          <p:nvPr>
            <p:ph type="sldNum" sz="quarter" idx="5"/>
          </p:nvPr>
        </p:nvSpPr>
        <p:spPr/>
        <p:txBody>
          <a:bodyPr/>
          <a:lstStyle/>
          <a:p>
            <a:fld id="{AFF60533-1213-4FCB-A4AA-C44494E2E2E7}" type="slidenum">
              <a:rPr lang="en-US" smtClean="0"/>
              <a:t>86</a:t>
            </a:fld>
            <a:endParaRPr lang="en-US"/>
          </a:p>
        </p:txBody>
      </p:sp>
    </p:spTree>
    <p:extLst>
      <p:ext uri="{BB962C8B-B14F-4D97-AF65-F5344CB8AC3E}">
        <p14:creationId xmlns:p14="http://schemas.microsoft.com/office/powerpoint/2010/main" val="38352524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E2545-A79C-9B94-4705-2A949C84F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FF67E-15DE-C3BF-BD65-A65772174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6F7A8-8215-7634-3F61-9FAB12EFA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D86EE-E512-6195-81C7-F0E4C7E05F1D}"/>
              </a:ext>
            </a:extLst>
          </p:cNvPr>
          <p:cNvSpPr>
            <a:spLocks noGrp="1"/>
          </p:cNvSpPr>
          <p:nvPr>
            <p:ph type="sldNum" sz="quarter" idx="5"/>
          </p:nvPr>
        </p:nvSpPr>
        <p:spPr/>
        <p:txBody>
          <a:bodyPr/>
          <a:lstStyle/>
          <a:p>
            <a:fld id="{AFF60533-1213-4FCB-A4AA-C44494E2E2E7}" type="slidenum">
              <a:rPr lang="en-US" smtClean="0"/>
              <a:t>87</a:t>
            </a:fld>
            <a:endParaRPr lang="en-US"/>
          </a:p>
        </p:txBody>
      </p:sp>
    </p:spTree>
    <p:extLst>
      <p:ext uri="{BB962C8B-B14F-4D97-AF65-F5344CB8AC3E}">
        <p14:creationId xmlns:p14="http://schemas.microsoft.com/office/powerpoint/2010/main" val="628888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8/10/2025</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8/10/2025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8/10/2025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8/10/2025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8/10/2025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8/10/2025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8/10/2025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8/10/2025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8/10/2025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6F_38404EE6.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F2_23F17660.xm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D2_C28FF9C0.xml"/><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92_92FE78C8.xml"/><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18/10/relationships/comments" Target="../comments/modernComment_1DE_B08F2197.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93_FBE5591B.xml"/><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18B_7907B08A.xml"/><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microsoft.com/office/2018/10/relationships/comments" Target="../comments/modernComment_196_E8C294A1.xm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microsoft.com/office/2018/10/relationships/comments" Target="../comments/modernComment_1E6_B49544B.xml"/><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1.xml.rels><?xml version="1.0" encoding="UTF-8" standalone="yes"?>
<Relationships xmlns="http://schemas.openxmlformats.org/package/2006/relationships"><Relationship Id="rId3" Type="http://schemas.microsoft.com/office/2018/10/relationships/comments" Target="../comments/modernComment_17D_D953812.xm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microsoft.com/office/2018/10/relationships/comments" Target="../comments/modernComment_1FA_699C0889.xml"/><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63.xml.rels><?xml version="1.0" encoding="UTF-8" standalone="yes"?>
<Relationships xmlns="http://schemas.openxmlformats.org/package/2006/relationships"><Relationship Id="rId3" Type="http://schemas.microsoft.com/office/2018/10/relationships/comments" Target="../comments/modernComment_1F8_FFED70DE.xml"/><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microsoft.com/office/2018/10/relationships/comments" Target="../comments/modernComment_1F7_F2AEEA55.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microsoft.com/office/2018/10/relationships/comments" Target="../comments/modernComment_1A1_171560A0.xml"/><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0.png"/></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lant growing out of a ball&#10;&#10;AI-generated content may be incorrect.">
            <a:extLst>
              <a:ext uri="{FF2B5EF4-FFF2-40B4-BE49-F238E27FC236}">
                <a16:creationId xmlns:a16="http://schemas.microsoft.com/office/drawing/2014/main" id="{858E65D0-34B3-3980-38F1-A8A4758397B4}"/>
              </a:ext>
            </a:extLst>
          </p:cNvPr>
          <p:cNvPicPr>
            <a:picLocks noChangeAspect="1"/>
          </p:cNvPicPr>
          <p:nvPr/>
        </p:nvPicPr>
        <p:blipFill>
          <a:blip r:embed="rId2">
            <a:extLst>
              <a:ext uri="{28A0092B-C50C-407E-A947-70E740481C1C}">
                <a14:useLocalDpi xmlns:a14="http://schemas.microsoft.com/office/drawing/2010/main" val="0"/>
              </a:ext>
            </a:extLst>
          </a:blip>
          <a:srcRect t="5591" b="17949"/>
          <a:stretch/>
        </p:blipFill>
        <p:spPr>
          <a:xfrm>
            <a:off x="0" y="1925054"/>
            <a:ext cx="12192000" cy="4292866"/>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0" y="0"/>
            <a:ext cx="8391326" cy="1738154"/>
          </a:xfrm>
        </p:spPr>
        <p:txBody>
          <a:bodyPr>
            <a:normAutofit/>
          </a:bodyPr>
          <a:lstStyle/>
          <a:p>
            <a:pPr algn="ctr"/>
            <a:r>
              <a:rPr lang="en-US" dirty="0">
                <a:latin typeface="Century Gothic" panose="020B0502020202020204" pitchFamily="34" charset="0"/>
              </a:rPr>
              <a:t>GreenCircle Certified </a:t>
            </a:r>
            <a:br>
              <a:rPr lang="en-US" dirty="0">
                <a:latin typeface="Century Gothic" panose="020B0502020202020204" pitchFamily="34" charset="0"/>
              </a:rPr>
            </a:br>
            <a:r>
              <a:rPr lang="en-US" sz="4800" dirty="0">
                <a:latin typeface="Century Gothic" panose="020B0502020202020204" pitchFamily="34" charset="0"/>
              </a:rPr>
              <a:t>Database Project</a:t>
            </a:r>
            <a:endParaRPr lang="en-US" dirty="0">
              <a:latin typeface="Century Gothic" panose="020B0502020202020204" pitchFamily="34" charset="0"/>
            </a:endParaRP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6603" y="275098"/>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8/10/2025</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174206" y="2136338"/>
            <a:ext cx="5649078" cy="1754326"/>
          </a:xfrm>
          <a:prstGeom prst="rect">
            <a:avLst/>
          </a:prstGeom>
          <a:noFill/>
        </p:spPr>
        <p:txBody>
          <a:bodyPr wrap="square" lIns="91440" tIns="45720" rIns="91440" bIns="45720">
            <a:spAutoFit/>
          </a:bodyPr>
          <a:lstStyle/>
          <a:p>
            <a:pPr algn="ctr"/>
            <a:r>
              <a:rPr lang="en-US" sz="5400" b="0" cap="none" spc="0" dirty="0">
                <a:ln w="0"/>
                <a:solidFill>
                  <a:schemeClr val="bg1">
                    <a:lumMod val="95000"/>
                  </a:schemeClr>
                </a:solidFill>
                <a:effectLst>
                  <a:outerShdw blurRad="38100" dist="19050" dir="2700000" algn="tl" rotWithShape="0">
                    <a:schemeClr val="dk1">
                      <a:alpha val="40000"/>
                    </a:schemeClr>
                  </a:outerShdw>
                </a:effectLst>
                <a:latin typeface="Century Gothic" panose="020B0502020202020204" pitchFamily="34" charset="0"/>
              </a:rPr>
              <a:t>Wireframes and User Stories</a:t>
            </a:r>
            <a:endParaRPr lang="en-US" sz="5400" b="0"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50E4C57-A298-7713-72C0-24DB1D3267BD}"/>
              </a:ext>
            </a:extLst>
          </p:cNvPr>
          <p:cNvPicPr>
            <a:picLocks noChangeAspect="1"/>
          </p:cNvPicPr>
          <p:nvPr/>
        </p:nvPicPr>
        <p:blipFill>
          <a:blip r:embed="rId3"/>
          <a:stretch>
            <a:fillRect/>
          </a:stretch>
        </p:blipFill>
        <p:spPr>
          <a:xfrm>
            <a:off x="60160" y="796953"/>
            <a:ext cx="12087626" cy="5386036"/>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4"/>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8/10/2025</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302439" y="5603816"/>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5252485" y="4569142"/>
            <a:ext cx="3427058" cy="1969770"/>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148251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7D71-E324-FA19-A0EE-B96ADA25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F4E-A12C-847F-590F-C3022D2E2BDC}"/>
              </a:ext>
            </a:extLst>
          </p:cNvPr>
          <p:cNvSpPr>
            <a:spLocks noGrp="1"/>
          </p:cNvSpPr>
          <p:nvPr>
            <p:ph type="ctrTitle"/>
          </p:nvPr>
        </p:nvSpPr>
        <p:spPr>
          <a:xfrm>
            <a:off x="1524000" y="2351686"/>
            <a:ext cx="9144000" cy="2387600"/>
          </a:xfrm>
        </p:spPr>
        <p:txBody>
          <a:bodyPr/>
          <a:lstStyle/>
          <a:p>
            <a:r>
              <a:rPr lang="en-US"/>
              <a:t>User Stories</a:t>
            </a:r>
          </a:p>
        </p:txBody>
      </p:sp>
      <p:sp>
        <p:nvSpPr>
          <p:cNvPr id="3" name="Subtitle 2">
            <a:extLst>
              <a:ext uri="{FF2B5EF4-FFF2-40B4-BE49-F238E27FC236}">
                <a16:creationId xmlns:a16="http://schemas.microsoft.com/office/drawing/2014/main" id="{6495D67B-CE12-87AF-09DE-1B08F4A1517C}"/>
              </a:ext>
            </a:extLst>
          </p:cNvPr>
          <p:cNvSpPr>
            <a:spLocks noGrp="1"/>
          </p:cNvSpPr>
          <p:nvPr>
            <p:ph type="subTitle" idx="1"/>
          </p:nvPr>
        </p:nvSpPr>
        <p:spPr>
          <a:xfrm>
            <a:off x="1524000" y="4123037"/>
            <a:ext cx="9144000" cy="1655762"/>
          </a:xfrm>
        </p:spPr>
        <p:txBody>
          <a:bodyPr/>
          <a:lstStyle/>
          <a:p>
            <a:r>
              <a:rPr lang="en-US"/>
              <a:t> </a:t>
            </a:r>
          </a:p>
        </p:txBody>
      </p:sp>
      <p:sp>
        <p:nvSpPr>
          <p:cNvPr id="8" name="Date Placeholder 7">
            <a:extLst>
              <a:ext uri="{FF2B5EF4-FFF2-40B4-BE49-F238E27FC236}">
                <a16:creationId xmlns:a16="http://schemas.microsoft.com/office/drawing/2014/main" id="{EC4413B6-425E-4BE3-9EF4-82F7D3FC2A89}"/>
              </a:ext>
            </a:extLst>
          </p:cNvPr>
          <p:cNvSpPr>
            <a:spLocks noGrp="1"/>
          </p:cNvSpPr>
          <p:nvPr>
            <p:ph type="dt" sz="half" idx="10"/>
          </p:nvPr>
        </p:nvSpPr>
        <p:spPr/>
        <p:txBody>
          <a:bodyPr/>
          <a:lstStyle/>
          <a:p>
            <a:fld id="{5948895C-732D-4B88-B65C-5D83E3577007}" type="datetime1">
              <a:rPr lang="en-US" smtClean="0"/>
              <a:t>8/10/2025</a:t>
            </a:fld>
            <a:endParaRPr lang="en-US"/>
          </a:p>
        </p:txBody>
      </p:sp>
      <p:sp>
        <p:nvSpPr>
          <p:cNvPr id="9" name="Slide Number Placeholder 8">
            <a:extLst>
              <a:ext uri="{FF2B5EF4-FFF2-40B4-BE49-F238E27FC236}">
                <a16:creationId xmlns:a16="http://schemas.microsoft.com/office/drawing/2014/main" id="{6A79BD37-18B9-C71D-8CE5-CB96D3B5781B}"/>
              </a:ext>
            </a:extLst>
          </p:cNvPr>
          <p:cNvSpPr>
            <a:spLocks noGrp="1"/>
          </p:cNvSpPr>
          <p:nvPr>
            <p:ph type="sldNum" sz="quarter" idx="12"/>
          </p:nvPr>
        </p:nvSpPr>
        <p:spPr/>
        <p:txBody>
          <a:bodyPr/>
          <a:lstStyle/>
          <a:p>
            <a:fld id="{330EA680-D336-4FF7-8B7A-9848BB0A1C32}" type="slidenum">
              <a:rPr lang="en-US" smtClean="0"/>
              <a:t>3</a:t>
            </a:fld>
            <a:endParaRPr lang="en-US"/>
          </a:p>
        </p:txBody>
      </p:sp>
      <p:pic>
        <p:nvPicPr>
          <p:cNvPr id="10" name="Picture 9" descr="GreenCircle Certified">
            <a:extLst>
              <a:ext uri="{FF2B5EF4-FFF2-40B4-BE49-F238E27FC236}">
                <a16:creationId xmlns:a16="http://schemas.microsoft.com/office/drawing/2014/main" id="{303C2992-8F9E-BF56-E6C0-2A326826EF55}"/>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219227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374-B8A5-5DC4-DFFA-0DE84C0CF22B}"/>
              </a:ext>
            </a:extLst>
          </p:cNvPr>
          <p:cNvSpPr>
            <a:spLocks noGrp="1"/>
          </p:cNvSpPr>
          <p:nvPr>
            <p:ph type="title"/>
          </p:nvPr>
        </p:nvSpPr>
        <p:spPr>
          <a:xfrm>
            <a:off x="598503" y="193906"/>
            <a:ext cx="10515600" cy="487131"/>
          </a:xfrm>
        </p:spPr>
        <p:txBody>
          <a:bodyPr>
            <a:normAutofit/>
          </a:bodyPr>
          <a:lstStyle/>
          <a:p>
            <a:r>
              <a:rPr lang="en-US" sz="2800" dirty="0"/>
              <a:t>GCC: User Roles</a:t>
            </a:r>
          </a:p>
        </p:txBody>
      </p:sp>
      <p:sp>
        <p:nvSpPr>
          <p:cNvPr id="6" name="Date Placeholder 5">
            <a:extLst>
              <a:ext uri="{FF2B5EF4-FFF2-40B4-BE49-F238E27FC236}">
                <a16:creationId xmlns:a16="http://schemas.microsoft.com/office/drawing/2014/main" id="{CC603D41-1D07-44B8-98B8-1D2FAF9B2D29}"/>
              </a:ext>
            </a:extLst>
          </p:cNvPr>
          <p:cNvSpPr>
            <a:spLocks noGrp="1"/>
          </p:cNvSpPr>
          <p:nvPr>
            <p:ph type="dt" sz="half" idx="10"/>
          </p:nvPr>
        </p:nvSpPr>
        <p:spPr>
          <a:xfrm>
            <a:off x="838200" y="6356350"/>
            <a:ext cx="2743200" cy="365125"/>
          </a:xfrm>
        </p:spPr>
        <p:txBody>
          <a:bodyPr anchor="ctr">
            <a:normAutofit/>
          </a:bodyPr>
          <a:lstStyle/>
          <a:p>
            <a:pPr>
              <a:spcAft>
                <a:spcPts val="600"/>
              </a:spcAft>
            </a:pPr>
            <a:fld id="{9C14022A-3C70-4A2F-B612-DD3206EDC051}" type="datetime1">
              <a:rPr lang="en-US" smtClean="0"/>
              <a:pPr>
                <a:spcAft>
                  <a:spcPts val="600"/>
                </a:spcAft>
              </a:pPr>
              <a:t>8/10/2025</a:t>
            </a:fld>
            <a:endParaRPr lang="en-US"/>
          </a:p>
        </p:txBody>
      </p:sp>
      <p:sp>
        <p:nvSpPr>
          <p:cNvPr id="7" name="Slide Number Placeholder 6">
            <a:extLst>
              <a:ext uri="{FF2B5EF4-FFF2-40B4-BE49-F238E27FC236}">
                <a16:creationId xmlns:a16="http://schemas.microsoft.com/office/drawing/2014/main" id="{5C1383DD-AB33-75C0-D989-99C89E3BB60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a:t>
            </a:fld>
            <a:endParaRPr lang="en-US"/>
          </a:p>
        </p:txBody>
      </p:sp>
      <p:grpSp>
        <p:nvGrpSpPr>
          <p:cNvPr id="5" name="Group 4">
            <a:extLst>
              <a:ext uri="{FF2B5EF4-FFF2-40B4-BE49-F238E27FC236}">
                <a16:creationId xmlns:a16="http://schemas.microsoft.com/office/drawing/2014/main" id="{B5A7A362-CBF9-21D4-D089-F627C7F69B23}"/>
              </a:ext>
            </a:extLst>
          </p:cNvPr>
          <p:cNvGrpSpPr/>
          <p:nvPr/>
        </p:nvGrpSpPr>
        <p:grpSpPr>
          <a:xfrm>
            <a:off x="874018" y="772931"/>
            <a:ext cx="10387549" cy="5452534"/>
            <a:chOff x="621346" y="772930"/>
            <a:chExt cx="10719104" cy="5626571"/>
          </a:xfrm>
        </p:grpSpPr>
        <p:pic>
          <p:nvPicPr>
            <p:cNvPr id="4" name="Picture 3">
              <a:extLst>
                <a:ext uri="{FF2B5EF4-FFF2-40B4-BE49-F238E27FC236}">
                  <a16:creationId xmlns:a16="http://schemas.microsoft.com/office/drawing/2014/main" id="{6AD8C2DA-F61C-7485-F372-3BB7A9B04FF4}"/>
                </a:ext>
              </a:extLst>
            </p:cNvPr>
            <p:cNvPicPr>
              <a:picLocks noChangeAspect="1"/>
            </p:cNvPicPr>
            <p:nvPr/>
          </p:nvPicPr>
          <p:blipFill>
            <a:blip r:embed="rId3"/>
            <a:srcRect l="1" t="14671" r="-2" b="7121"/>
            <a:stretch/>
          </p:blipFill>
          <p:spPr>
            <a:xfrm>
              <a:off x="621346" y="1704923"/>
              <a:ext cx="10719104" cy="4694578"/>
            </a:xfrm>
            <a:prstGeom prst="rect">
              <a:avLst/>
            </a:prstGeom>
            <a:noFill/>
          </p:spPr>
        </p:pic>
        <p:pic>
          <p:nvPicPr>
            <p:cNvPr id="3" name="Picture 2">
              <a:extLst>
                <a:ext uri="{FF2B5EF4-FFF2-40B4-BE49-F238E27FC236}">
                  <a16:creationId xmlns:a16="http://schemas.microsoft.com/office/drawing/2014/main" id="{CA768D09-C2D9-CEFE-1E54-F38C2BDCDD3F}"/>
                </a:ext>
              </a:extLst>
            </p:cNvPr>
            <p:cNvPicPr>
              <a:picLocks noChangeAspect="1"/>
            </p:cNvPicPr>
            <p:nvPr/>
          </p:nvPicPr>
          <p:blipFill>
            <a:blip r:embed="rId4"/>
            <a:srcRect b="83911"/>
            <a:stretch/>
          </p:blipFill>
          <p:spPr>
            <a:xfrm>
              <a:off x="659218" y="772930"/>
              <a:ext cx="10674032" cy="872989"/>
            </a:xfrm>
            <a:prstGeom prst="rect">
              <a:avLst/>
            </a:prstGeom>
          </p:spPr>
        </p:pic>
      </p:grpSp>
    </p:spTree>
    <p:extLst>
      <p:ext uri="{BB962C8B-B14F-4D97-AF65-F5344CB8AC3E}">
        <p14:creationId xmlns:p14="http://schemas.microsoft.com/office/powerpoint/2010/main" val="3746237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9DF-77D9-154A-933C-8F26A1E504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D7BE7-D40B-8DCB-C605-F726658A3CC6}"/>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browse publicly available active certifications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certifications without needing to log in so that I can quickly find information.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only non-confidential certifications so that I do not access restricted data.</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Search &amp; Filtering</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a:t>
            </a:r>
            <a:r>
              <a:rPr lang="en-AU" sz="1600" b="1" strike="sngStrike" dirty="0">
                <a:solidFill>
                  <a:srgbClr val="C00000"/>
                </a:solidFill>
                <a:effectLst/>
                <a:latin typeface="Arial" panose="020B0604020202020204" pitchFamily="34" charset="0"/>
                <a:ea typeface="Calibri" panose="020F0502020204030204" pitchFamily="34" charset="0"/>
              </a:rPr>
              <a:t>certificate number</a:t>
            </a:r>
            <a:r>
              <a:rPr lang="en-AU" sz="1600" dirty="0">
                <a:effectLst/>
                <a:latin typeface="Arial" panose="020B0604020202020204" pitchFamily="34" charset="0"/>
                <a:ea typeface="Calibri" panose="020F0502020204030204" pitchFamily="34" charset="0"/>
              </a:rPr>
              <a:t>, Certification Type, </a:t>
            </a:r>
            <a:r>
              <a:rPr lang="en-AU" sz="1600" b="1" dirty="0">
                <a:solidFill>
                  <a:srgbClr val="00B050"/>
                </a:solidFill>
                <a:effectLst/>
                <a:latin typeface="Arial" panose="020B0604020202020204" pitchFamily="34" charset="0"/>
                <a:ea typeface="Calibri" panose="020F0502020204030204" pitchFamily="34" charset="0"/>
              </a:rPr>
              <a:t>Product Categories</a:t>
            </a:r>
            <a:r>
              <a:rPr lang="en-AU" sz="1600" dirty="0">
                <a:effectLst/>
                <a:latin typeface="Arial" panose="020B0604020202020204" pitchFamily="34" charset="0"/>
                <a:ea typeface="Calibri" panose="020F0502020204030204" pitchFamily="34" charset="0"/>
              </a:rPr>
              <a:t>, Company, Country or </a:t>
            </a:r>
            <a:r>
              <a:rPr lang="en-AU" sz="1600" b="1" dirty="0">
                <a:solidFill>
                  <a:srgbClr val="00B050"/>
                </a:solidFill>
                <a:effectLst/>
                <a:latin typeface="Arial" panose="020B0604020202020204" pitchFamily="34" charset="0"/>
                <a:ea typeface="Calibri" panose="020F0502020204030204" pitchFamily="34" charset="0"/>
              </a:rPr>
              <a:t>Tags</a:t>
            </a:r>
            <a:r>
              <a:rPr lang="en-AU" sz="1600" dirty="0">
                <a:effectLst/>
                <a:latin typeface="Arial" panose="020B0604020202020204" pitchFamily="34" charset="0"/>
                <a:ea typeface="Calibri" panose="020F0502020204030204" pitchFamily="34" charset="0"/>
              </a:rPr>
              <a:t> so that I can verify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filter certifications by </a:t>
            </a:r>
            <a:r>
              <a:rPr lang="en-AU" sz="1600" b="1" dirty="0">
                <a:effectLst/>
                <a:latin typeface="Arial" panose="020B0604020202020204" pitchFamily="34" charset="0"/>
                <a:ea typeface="Calibri" panose="020F0502020204030204" pitchFamily="34" charset="0"/>
              </a:rPr>
              <a:t>product, product type</a:t>
            </a:r>
            <a:r>
              <a:rPr lang="en-AU" sz="1600" b="1" dirty="0">
                <a:latin typeface="Arial" panose="020B0604020202020204" pitchFamily="34" charset="0"/>
                <a:ea typeface="Calibri" panose="020F0502020204030204" pitchFamily="34" charset="0"/>
              </a:rPr>
              <a:t> </a:t>
            </a:r>
            <a:r>
              <a:rPr lang="en-AU" sz="1600" b="1" dirty="0">
                <a:effectLst/>
                <a:latin typeface="Arial" panose="020B0604020202020204" pitchFamily="34" charset="0"/>
                <a:ea typeface="Calibri" panose="020F0502020204030204" pitchFamily="34" charset="0"/>
              </a:rPr>
              <a:t>/ category, and product subcategory </a:t>
            </a:r>
            <a:r>
              <a:rPr lang="en-AU" sz="1600" dirty="0">
                <a:effectLst/>
                <a:latin typeface="Arial" panose="020B0604020202020204" pitchFamily="34" charset="0"/>
                <a:ea typeface="Calibri" panose="020F0502020204030204" pitchFamily="34" charset="0"/>
              </a:rPr>
              <a:t>so that I can narrow my search. Product Categories is the only section that has multiple levels.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the most recently issued certifications and those with upcoming expiration dates.</a:t>
            </a:r>
            <a:endParaRPr lang="en-US" sz="16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Viewing &amp; Downloading Certifications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details of a certification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a:t>
            </a:r>
            <a:r>
              <a:rPr lang="en-AU" sz="1600" dirty="0">
                <a:latin typeface="Arial" panose="020B0604020202020204" pitchFamily="34" charset="0"/>
                <a:ea typeface="Calibri" panose="020F0502020204030204" pitchFamily="34" charset="0"/>
              </a:rPr>
              <a:t> view and</a:t>
            </a:r>
            <a:r>
              <a:rPr lang="en-AU" sz="1600" dirty="0">
                <a:effectLst/>
                <a:latin typeface="Arial" panose="020B0604020202020204" pitchFamily="34" charset="0"/>
                <a:ea typeface="Calibri" panose="020F0502020204030204" pitchFamily="34" charset="0"/>
              </a:rPr>
              <a:t> download single certifications so that I can reference them offline.</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BACB20B2-CB92-0086-C103-CE8986B6CECE}"/>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1B0AD111-BAB9-99FF-C1FA-3C9AD5238CAD}"/>
              </a:ext>
            </a:extLst>
          </p:cNvPr>
          <p:cNvSpPr>
            <a:spLocks noGrp="1"/>
          </p:cNvSpPr>
          <p:nvPr>
            <p:ph type="sldNum" sz="quarter" idx="12"/>
          </p:nvPr>
        </p:nvSpPr>
        <p:spPr/>
        <p:txBody>
          <a:bodyPr/>
          <a:lstStyle/>
          <a:p>
            <a:fld id="{330EA680-D336-4FF7-8B7A-9848BB0A1C32}" type="slidenum">
              <a:rPr lang="en-US" smtClean="0"/>
              <a:t>5</a:t>
            </a:fld>
            <a:endParaRPr lang="en-US" dirty="0"/>
          </a:p>
        </p:txBody>
      </p:sp>
      <p:sp>
        <p:nvSpPr>
          <p:cNvPr id="6" name="Title 5">
            <a:extLst>
              <a:ext uri="{FF2B5EF4-FFF2-40B4-BE49-F238E27FC236}">
                <a16:creationId xmlns:a16="http://schemas.microsoft.com/office/drawing/2014/main" id="{1454101A-9834-E0FF-B646-3EA9B7A6CEF8}"/>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238323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0C37-076F-917E-ECE0-570A40FCE9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F1EC3-5BC4-1AEE-5EB9-1E07300BC4EA}"/>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tags assigned to certifications so that I can understand additional certification classifications.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tag so that I can find related certificates.</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600" b="1"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only publicly available information so that confidential data remains protected.</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20BE3E93-EB52-3C81-4164-BC15C3F7C5CF}"/>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05647AD1-9872-D34A-3B15-78C198C6D8C5}"/>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itle 5">
            <a:extLst>
              <a:ext uri="{FF2B5EF4-FFF2-40B4-BE49-F238E27FC236}">
                <a16:creationId xmlns:a16="http://schemas.microsoft.com/office/drawing/2014/main" id="{D1FF4230-1973-92CC-7C4F-1AB6314DA657}"/>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425288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AAB-E966-05F3-12B5-1DE9393A07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78B6C-8D4D-02BA-D79F-E94EA2B0E734}"/>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company's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company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so that my access is restricted to my organization.</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company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sort certifications by expiration date so that I can prioritize renewals.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company's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9AA47E39-7A8E-343D-DDA7-E63EA9157D49}"/>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135E0214-2322-0B49-40B6-B92BFF397CC1}"/>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FADE94E8-1645-6359-4F4B-46E9D365C282}"/>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345728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C1C2-CE0B-0391-10B5-3ED889DBA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BAA6E-0BAA-4F2E-34AE-B10B4779CBF5}"/>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ensure timely renewals.</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company's data so that I do not see competitors'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D367DDA7-4610-6FFD-539B-F1A2EBAB8099}"/>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8FFF1D94-0171-65B1-9464-46864DFB275A}"/>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30D14B2B-0E3F-BBE3-6938-9D88EC537E8A}"/>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470559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060A-3F7C-6AF9-A2A7-70972A444B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69786-0B90-B76C-5861-9066EF16D50B}"/>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program's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or programs so that my access is restricted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program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columns to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program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441BBF03-7081-4811-8739-E40FD6D0ED5F}"/>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6914171E-E7BE-F3FE-7C70-336918BF6A63}"/>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00925039-4F80-0C63-4A13-8736BF035062}"/>
              </a:ext>
            </a:extLst>
          </p:cNvPr>
          <p:cNvSpPr>
            <a:spLocks noGrp="1"/>
          </p:cNvSpPr>
          <p:nvPr>
            <p:ph type="title"/>
          </p:nvPr>
        </p:nvSpPr>
        <p:spPr/>
        <p:txBody>
          <a:bodyPr/>
          <a:lstStyle/>
          <a:p>
            <a:r>
              <a:rPr lang="en-US" sz="2800" dirty="0"/>
              <a:t>User Stories – External User (Partner)</a:t>
            </a:r>
          </a:p>
        </p:txBody>
      </p:sp>
      <p:sp>
        <p:nvSpPr>
          <p:cNvPr id="7" name="TextBox 6">
            <a:extLst>
              <a:ext uri="{FF2B5EF4-FFF2-40B4-BE49-F238E27FC236}">
                <a16:creationId xmlns:a16="http://schemas.microsoft.com/office/drawing/2014/main" id="{F79207A8-2E58-C7C0-44E6-B5E003736051}"/>
              </a:ext>
            </a:extLst>
          </p:cNvPr>
          <p:cNvSpPr txBox="1"/>
          <p:nvPr/>
        </p:nvSpPr>
        <p:spPr>
          <a:xfrm>
            <a:off x="2279180" y="6084798"/>
            <a:ext cx="7779223" cy="584775"/>
          </a:xfrm>
          <a:prstGeom prst="rect">
            <a:avLst/>
          </a:prstGeom>
          <a:noFill/>
        </p:spPr>
        <p:txBody>
          <a:bodyPr wrap="square">
            <a:spAutoFit/>
          </a:bodyPr>
          <a:lstStyle/>
          <a:p>
            <a:r>
              <a:rPr lang="en-US" sz="1600" dirty="0">
                <a:latin typeface="Century Gothic" panose="020B0502020202020204" pitchFamily="34" charset="0"/>
              </a:rPr>
              <a:t>Partners (where they will have access across companies for products that are part of their program only – for example Amazon CPF clients/certs)</a:t>
            </a:r>
          </a:p>
        </p:txBody>
      </p:sp>
    </p:spTree>
    <p:extLst>
      <p:ext uri="{BB962C8B-B14F-4D97-AF65-F5344CB8AC3E}">
        <p14:creationId xmlns:p14="http://schemas.microsoft.com/office/powerpoint/2010/main" val="2331263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900C-2ECB-B507-81F3-788BB3732D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DB0AC-A599-E052-2E6C-CA1640F1B02D}"/>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validate certification period.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program’s data so that I do not see competitors’ or restricted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C114F74D-2AAF-FDE1-F908-13DEAE530EF6}"/>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002CAB5B-2E97-4A42-B0A7-03E217378824}"/>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itle 5">
            <a:extLst>
              <a:ext uri="{FF2B5EF4-FFF2-40B4-BE49-F238E27FC236}">
                <a16:creationId xmlns:a16="http://schemas.microsoft.com/office/drawing/2014/main" id="{61CF5A4D-FC37-5CA1-782E-7C4CFCFC84B0}"/>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1214815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F5DE-7852-A2C8-C5F1-880276F61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06BB6-DB6D-61A5-8CB1-99EDB77DE949}"/>
              </a:ext>
            </a:extLst>
          </p:cNvPr>
          <p:cNvSpPr>
            <a:spLocks noGrp="1"/>
          </p:cNvSpPr>
          <p:nvPr>
            <p:ph sz="half" idx="1"/>
          </p:nvPr>
        </p:nvSpPr>
        <p:spPr>
          <a:xfrm>
            <a:off x="598504" y="782425"/>
            <a:ext cx="10874026" cy="5573925"/>
          </a:xfrm>
        </p:spPr>
        <p:txBody>
          <a:bodyPr>
            <a:no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log in securely so that I can access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see all certifications so that I can manage records effectively.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my access restricted to only my assigned role so that I do not see unauthorized data.</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dashboard reports so that I can track data and trends.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filter certifications by all fields so that I can generate reports and narrow by results based on my search needs.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sort certifications by modification date so that I can easily find a recent certificate that may need additional edits.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Viewing &amp; Downloading Certifications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detailed certification records so that I can ensure compliance accuracy.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download certification data in bulk so that I can conduct offline analysis.</a:t>
            </a:r>
          </a:p>
          <a:p>
            <a:pPr marL="342900" indent="-342900">
              <a:lnSpc>
                <a:spcPct val="107000"/>
              </a:lnSpc>
              <a:buClr>
                <a:srgbClr val="0481B6"/>
              </a:buClr>
              <a:buSzPts val="1400"/>
              <a:buFont typeface="Wingdings" panose="05000000000000000000" pitchFamily="2" charset="2"/>
              <a:buChar char=""/>
            </a:pPr>
            <a:r>
              <a:rPr lang="en-US" sz="1400" dirty="0">
                <a:effectLst/>
                <a:latin typeface="Arial" panose="020B0604020202020204" pitchFamily="34" charset="0"/>
                <a:ea typeface="Calibri" panose="020F0502020204030204" pitchFamily="34" charset="0"/>
              </a:rPr>
              <a:t>As an analyst, </a:t>
            </a:r>
            <a:r>
              <a:rPr lang="en-AU" sz="1400" dirty="0">
                <a:latin typeface="Arial" panose="020B0604020202020204" pitchFamily="34" charset="0"/>
                <a:ea typeface="Calibri" panose="020F0502020204030204" pitchFamily="34" charset="0"/>
              </a:rPr>
              <a:t>, I want to see the history of modifications for a certification so that I can track changes.</a:t>
            </a:r>
            <a:endParaRPr lang="en-US" sz="1400" dirty="0">
              <a:effectLst/>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analyst, I want to download multiple certifications based on search criteria to view or save in bulk.</a:t>
            </a:r>
            <a:endParaRPr lang="en-US" sz="1400" dirty="0">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US" sz="1400" dirty="0">
                <a:latin typeface="Arial" panose="020B0604020202020204" pitchFamily="34" charset="0"/>
                <a:ea typeface="Calibri" panose="020F0502020204030204" pitchFamily="34" charset="0"/>
              </a:rPr>
              <a:t>As an analyst, I want to be able to add and edit certificates, cert status, products, and companies.</a:t>
            </a:r>
          </a:p>
        </p:txBody>
      </p:sp>
      <p:sp>
        <p:nvSpPr>
          <p:cNvPr id="4" name="Date Placeholder 3">
            <a:extLst>
              <a:ext uri="{FF2B5EF4-FFF2-40B4-BE49-F238E27FC236}">
                <a16:creationId xmlns:a16="http://schemas.microsoft.com/office/drawing/2014/main" id="{993811B2-6A57-DB2B-51EC-30F84ED77F03}"/>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E40229D6-8D02-0848-03BE-39DF898C6009}"/>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itle 5">
            <a:extLst>
              <a:ext uri="{FF2B5EF4-FFF2-40B4-BE49-F238E27FC236}">
                <a16:creationId xmlns:a16="http://schemas.microsoft.com/office/drawing/2014/main" id="{53D88DB8-3FD9-FB03-D585-5A3AB87DAB05}"/>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34966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CA4F-1775-C5CB-DE32-AC6DF9B644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A1754-BA92-E557-406F-FE04905DDB91}"/>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assign tags to certifications so that I can classify them effectively.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edit or remove assigned tags so that I can keep records up to date.</a:t>
            </a:r>
          </a:p>
          <a:p>
            <a:pPr marL="342900" marR="0" lvl="0" indent="-342900">
              <a:lnSpc>
                <a:spcPct val="107000"/>
              </a:lnSpc>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my access to be restricted based on admin settings so that I only see relevant data and don’t make unintended changes.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track user activity logs so that I can review who made modifications to records.</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15FB6A24-3ED1-1D07-328C-E4A404DCDBA3}"/>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E44FB78E-8DAE-33B7-399B-50296822233B}"/>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itle 5">
            <a:extLst>
              <a:ext uri="{FF2B5EF4-FFF2-40B4-BE49-F238E27FC236}">
                <a16:creationId xmlns:a16="http://schemas.microsoft.com/office/drawing/2014/main" id="{68A19E38-8FFE-450B-EFD6-A5A82FC439BA}"/>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270003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97E4-C407-F353-B258-E963708B0D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CCD32C-5ACE-C071-9790-C4849E18E0B7}"/>
              </a:ext>
            </a:extLst>
          </p:cNvPr>
          <p:cNvSpPr>
            <a:spLocks noGrp="1"/>
          </p:cNvSpPr>
          <p:nvPr>
            <p:ph sz="half" idx="1"/>
          </p:nvPr>
        </p:nvSpPr>
        <p:spPr>
          <a:xfrm>
            <a:off x="598504" y="782425"/>
            <a:ext cx="10874026" cy="5394538"/>
          </a:xfrm>
        </p:spPr>
        <p:txBody>
          <a:bodyPr>
            <a:normAutofit fontScale="85000" lnSpcReduction="10000"/>
          </a:bodyPr>
          <a:lstStyle/>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Access &amp; Visibility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manage user roles and permissions so that I can control access levels.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all certifications across all companies so that I can oversee compliance.</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create, edit, and delete user accounts so that I can manage system access.</a:t>
            </a: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Search &amp; Filtering</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search certifications across all companies so that I can manage records efficiently.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filter any of the certificate fields so that I can oversee compliance trends.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sort certifications by the last modified date so that I can track updates.</a:t>
            </a:r>
          </a:p>
          <a:p>
            <a:pPr marL="342900" indent="-342900">
              <a:lnSpc>
                <a:spcPct val="107000"/>
              </a:lnSpc>
              <a:buClr>
                <a:srgbClr val="0481B6"/>
              </a:buClr>
              <a:buSzPts val="1400"/>
              <a:buFont typeface="Wingdings" panose="05000000000000000000" pitchFamily="2" charset="2"/>
              <a:buChar char=""/>
            </a:pPr>
            <a:r>
              <a:rPr lang="en-AU" sz="2000" dirty="0">
                <a:effectLst/>
                <a:latin typeface="Arial" panose="020B0604020202020204" pitchFamily="34" charset="0"/>
                <a:ea typeface="Calibri" panose="020F0502020204030204" pitchFamily="34" charset="0"/>
              </a:rPr>
              <a:t>As an admin, I want to be able to set the certificate status (active, expired, pending).</a:t>
            </a:r>
            <a:endParaRPr lang="en-US" sz="20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2000" b="1" dirty="0">
                <a:effectLst/>
                <a:latin typeface="Arial" panose="020B0604020202020204" pitchFamily="34" charset="0"/>
                <a:ea typeface="Calibri" panose="020F0502020204030204" pitchFamily="34" charset="0"/>
              </a:rPr>
              <a:t>Viewing &amp; Downloading Certifications</a:t>
            </a:r>
            <a:endParaRPr lang="en-US" sz="20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view detailed certification records across the entire platform so that I can manage data integrity.</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export all certification data so that I can generate system-wide reports.</a:t>
            </a:r>
          </a:p>
          <a:p>
            <a:pPr marL="342900" marR="0" lvl="0" indent="-342900">
              <a:lnSpc>
                <a:spcPct val="107000"/>
              </a:lnSpc>
              <a:buClr>
                <a:srgbClr val="0481B6"/>
              </a:buClr>
              <a:buSzPts val="1400"/>
              <a:buFont typeface="Wingdings" panose="05000000000000000000" pitchFamily="2" charset="2"/>
              <a:buChar char=""/>
            </a:pPr>
            <a:r>
              <a:rPr lang="en-US" sz="2000" dirty="0">
                <a:effectLst/>
                <a:latin typeface="Arial" panose="020B0604020202020204" pitchFamily="34" charset="0"/>
                <a:ea typeface="Calibri" panose="020F0502020204030204" pitchFamily="34" charset="0"/>
              </a:rPr>
              <a:t>As an admin, I want to track certification history and changes so that I can audit modifications.</a:t>
            </a:r>
            <a:endParaRPr lang="en-US" sz="2000" b="1" dirty="0">
              <a:latin typeface="Arial" panose="020B0604020202020204" pitchFamily="34" charset="0"/>
              <a:ea typeface="Calibri" panose="020F0502020204030204" pitchFamily="34" charset="0"/>
            </a:endParaRPr>
          </a:p>
          <a:p>
            <a:endParaRPr lang="en-US" dirty="0"/>
          </a:p>
        </p:txBody>
      </p:sp>
      <p:sp>
        <p:nvSpPr>
          <p:cNvPr id="4" name="Date Placeholder 3">
            <a:extLst>
              <a:ext uri="{FF2B5EF4-FFF2-40B4-BE49-F238E27FC236}">
                <a16:creationId xmlns:a16="http://schemas.microsoft.com/office/drawing/2014/main" id="{33050EA7-C6D9-C7FC-E234-16A3AE5F341C}"/>
              </a:ext>
            </a:extLst>
          </p:cNvPr>
          <p:cNvSpPr>
            <a:spLocks noGrp="1"/>
          </p:cNvSpPr>
          <p:nvPr>
            <p:ph type="dt" sz="half" idx="10"/>
          </p:nvPr>
        </p:nvSpPr>
        <p:spPr/>
        <p:txBody>
          <a:bodyPr/>
          <a:lstStyle/>
          <a:p>
            <a:fld id="{F0056A89-B657-4E56-81EA-47AEC42B3D30}" type="datetime1">
              <a:rPr lang="en-US" smtClean="0"/>
              <a:t>8/10/2025</a:t>
            </a:fld>
            <a:endParaRPr lang="en-US"/>
          </a:p>
        </p:txBody>
      </p:sp>
      <p:sp>
        <p:nvSpPr>
          <p:cNvPr id="5" name="Slide Number Placeholder 4">
            <a:extLst>
              <a:ext uri="{FF2B5EF4-FFF2-40B4-BE49-F238E27FC236}">
                <a16:creationId xmlns:a16="http://schemas.microsoft.com/office/drawing/2014/main" id="{77751E91-B12A-F278-A146-F573AE03FF3D}"/>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itle 5">
            <a:extLst>
              <a:ext uri="{FF2B5EF4-FFF2-40B4-BE49-F238E27FC236}">
                <a16:creationId xmlns:a16="http://schemas.microsoft.com/office/drawing/2014/main" id="{2D41D6E8-A656-363B-9155-DEAF8DFBEEB7}"/>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27812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71AB4-F97A-4195-EB35-371ADC8DAC8D}"/>
              </a:ext>
            </a:extLst>
          </p:cNvPr>
          <p:cNvSpPr>
            <a:spLocks noGrp="1"/>
          </p:cNvSpPr>
          <p:nvPr>
            <p:ph sz="half" idx="1"/>
          </p:nvPr>
        </p:nvSpPr>
        <p:spPr>
          <a:xfrm>
            <a:off x="598504" y="782425"/>
            <a:ext cx="11422046" cy="5394538"/>
          </a:xfrm>
        </p:spPr>
        <p:txBody>
          <a:bodyPr tIns="0">
            <a:noAutofit/>
          </a:bodyPr>
          <a:lstStyle/>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Tagging &amp; Classification</a:t>
            </a:r>
            <a:endParaRPr lang="en-US" sz="1600" dirty="0">
              <a:effectLst/>
              <a:ea typeface="Calibri" panose="020F0502020204030204" pitchFamily="34" charset="0"/>
            </a:endParaRP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create, edit, and remove tags so that I can organize certifications effectively.</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standardize tags across the platform so that users have consistent classification options.</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I’m the only role that has the ability to edit product categories, product types and subcategories, certification types, CSF attributes. </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have the ability to add new fields to Certificate page. </a:t>
            </a:r>
            <a:br>
              <a:rPr lang="en-US" sz="1600" dirty="0">
                <a:effectLst/>
                <a:ea typeface="Calibri" panose="020F0502020204030204" pitchFamily="34" charset="0"/>
              </a:rPr>
            </a:br>
            <a:endParaRPr lang="en-US" sz="1600" dirty="0">
              <a:solidFill>
                <a:srgbClr val="FF0000"/>
              </a:solidFill>
              <a:effectLst/>
              <a:ea typeface="Calibri" panose="020F0502020204030204" pitchFamily="34" charset="0"/>
            </a:endParaRPr>
          </a:p>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Data Access &amp; Security</a:t>
            </a:r>
            <a:endParaRPr lang="en-US" sz="1600" dirty="0">
              <a:effectLst/>
              <a:ea typeface="Calibri" panose="020F0502020204030204" pitchFamily="34" charset="0"/>
            </a:endParaRP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enforce multi-factor authentication so that system security is enhanced.</a:t>
            </a: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track user activity logs so that I can monitor system usage.</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a new field to certificates.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restrict access to certain certifications so that only authorized users can view them.</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integrate API connections with third-party platforms so that external vendors can securely access data.</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update or delete data for Companies, product types, certificate types, partners, CSF Attributes, and Tags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handle certificate numbering with manual override option available if needed. </a:t>
            </a:r>
          </a:p>
          <a:p>
            <a:pPr>
              <a:lnSpc>
                <a:spcPct val="100000"/>
              </a:lnSpc>
              <a:spcBef>
                <a:spcPts val="300"/>
              </a:spcBef>
              <a:spcAft>
                <a:spcPts val="1400"/>
              </a:spcAft>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manage what appears in the public database based on active status. </a:t>
            </a:r>
          </a:p>
        </p:txBody>
      </p:sp>
      <p:sp>
        <p:nvSpPr>
          <p:cNvPr id="4" name="Date Placeholder 3">
            <a:extLst>
              <a:ext uri="{FF2B5EF4-FFF2-40B4-BE49-F238E27FC236}">
                <a16:creationId xmlns:a16="http://schemas.microsoft.com/office/drawing/2014/main" id="{4E958588-7F1D-CA08-2CFA-F1B30EF3837D}"/>
              </a:ext>
            </a:extLst>
          </p:cNvPr>
          <p:cNvSpPr>
            <a:spLocks noGrp="1"/>
          </p:cNvSpPr>
          <p:nvPr>
            <p:ph type="dt" sz="half" idx="10"/>
          </p:nvPr>
        </p:nvSpPr>
        <p:spPr/>
        <p:txBody>
          <a:bodyPr/>
          <a:lstStyle/>
          <a:p>
            <a:fld id="{F0056A89-B657-4E56-81EA-47AEC42B3D30}" type="datetime1">
              <a:rPr lang="en-US" smtClean="0"/>
              <a:t>8/10/2025</a:t>
            </a:fld>
            <a:endParaRPr lang="en-US" dirty="0"/>
          </a:p>
        </p:txBody>
      </p:sp>
      <p:sp>
        <p:nvSpPr>
          <p:cNvPr id="5" name="Slide Number Placeholder 4">
            <a:extLst>
              <a:ext uri="{FF2B5EF4-FFF2-40B4-BE49-F238E27FC236}">
                <a16:creationId xmlns:a16="http://schemas.microsoft.com/office/drawing/2014/main" id="{2852801E-8C77-2FB4-497E-3C6329FBA3B6}"/>
              </a:ext>
            </a:extLst>
          </p:cNvPr>
          <p:cNvSpPr>
            <a:spLocks noGrp="1"/>
          </p:cNvSpPr>
          <p:nvPr>
            <p:ph type="sldNum" sz="quarter" idx="12"/>
          </p:nvPr>
        </p:nvSpPr>
        <p:spPr/>
        <p:txBody>
          <a:bodyPr/>
          <a:lstStyle/>
          <a:p>
            <a:fld id="{330EA680-D336-4FF7-8B7A-9848BB0A1C32}" type="slidenum">
              <a:rPr lang="en-US" smtClean="0"/>
              <a:t>14</a:t>
            </a:fld>
            <a:endParaRPr lang="en-US" dirty="0"/>
          </a:p>
        </p:txBody>
      </p:sp>
      <p:sp>
        <p:nvSpPr>
          <p:cNvPr id="6" name="Title 5">
            <a:extLst>
              <a:ext uri="{FF2B5EF4-FFF2-40B4-BE49-F238E27FC236}">
                <a16:creationId xmlns:a16="http://schemas.microsoft.com/office/drawing/2014/main" id="{9CBCE4DB-D560-508A-3520-CAD5283A0E15}"/>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81141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B491-ED07-2B1F-0971-EC0F1C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0584-2928-2814-84ED-C33795300D16}"/>
              </a:ext>
            </a:extLst>
          </p:cNvPr>
          <p:cNvSpPr>
            <a:spLocks noGrp="1"/>
          </p:cNvSpPr>
          <p:nvPr>
            <p:ph type="ctrTitle"/>
          </p:nvPr>
        </p:nvSpPr>
        <p:spPr>
          <a:xfrm>
            <a:off x="1523999" y="3307311"/>
            <a:ext cx="9144000" cy="2387600"/>
          </a:xfrm>
        </p:spPr>
        <p:txBody>
          <a:bodyPr anchor="ctr"/>
          <a:lstStyle/>
          <a:p>
            <a:r>
              <a:rPr lang="en-US" dirty="0"/>
              <a:t>Login &amp; Notification Screens</a:t>
            </a:r>
          </a:p>
        </p:txBody>
      </p:sp>
      <p:sp>
        <p:nvSpPr>
          <p:cNvPr id="8" name="Date Placeholder 7">
            <a:extLst>
              <a:ext uri="{FF2B5EF4-FFF2-40B4-BE49-F238E27FC236}">
                <a16:creationId xmlns:a16="http://schemas.microsoft.com/office/drawing/2014/main" id="{B9570C7E-74F9-41FC-1ADE-66DF05982498}"/>
              </a:ext>
            </a:extLst>
          </p:cNvPr>
          <p:cNvSpPr>
            <a:spLocks noGrp="1"/>
          </p:cNvSpPr>
          <p:nvPr>
            <p:ph type="dt" sz="half" idx="10"/>
          </p:nvPr>
        </p:nvSpPr>
        <p:spPr/>
        <p:txBody>
          <a:bodyPr/>
          <a:lstStyle/>
          <a:p>
            <a:fld id="{5948895C-732D-4B88-B65C-5D83E3577007}" type="datetime1">
              <a:rPr lang="en-US" smtClean="0"/>
              <a:t>8/10/2025</a:t>
            </a:fld>
            <a:endParaRPr lang="en-US"/>
          </a:p>
        </p:txBody>
      </p:sp>
      <p:sp>
        <p:nvSpPr>
          <p:cNvPr id="9" name="Slide Number Placeholder 8">
            <a:extLst>
              <a:ext uri="{FF2B5EF4-FFF2-40B4-BE49-F238E27FC236}">
                <a16:creationId xmlns:a16="http://schemas.microsoft.com/office/drawing/2014/main" id="{6361681B-05D1-39AB-F96A-6266016D8B10}"/>
              </a:ext>
            </a:extLst>
          </p:cNvPr>
          <p:cNvSpPr>
            <a:spLocks noGrp="1"/>
          </p:cNvSpPr>
          <p:nvPr>
            <p:ph type="sldNum" sz="quarter" idx="12"/>
          </p:nvPr>
        </p:nvSpPr>
        <p:spPr/>
        <p:txBody>
          <a:bodyPr/>
          <a:lstStyle/>
          <a:p>
            <a:fld id="{330EA680-D336-4FF7-8B7A-9848BB0A1C32}" type="slidenum">
              <a:rPr lang="en-US" smtClean="0"/>
              <a:t>15</a:t>
            </a:fld>
            <a:endParaRPr lang="en-US"/>
          </a:p>
        </p:txBody>
      </p:sp>
      <p:pic>
        <p:nvPicPr>
          <p:cNvPr id="10" name="Picture 9" descr="GreenCircle Certified">
            <a:extLst>
              <a:ext uri="{FF2B5EF4-FFF2-40B4-BE49-F238E27FC236}">
                <a16:creationId xmlns:a16="http://schemas.microsoft.com/office/drawing/2014/main" id="{8BC9D880-2D06-69C6-D719-F105A09FA694}"/>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07094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1BD5-6BEA-3C5C-196D-E987FF14E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FBAA0-CBF4-D4E8-3B7F-7ADE4A44A91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E0DC78D8-CEED-AF4E-AD33-45DDDAA8419F}"/>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8/10/2025</a:t>
            </a:fld>
            <a:endParaRPr lang="en-US"/>
          </a:p>
        </p:txBody>
      </p:sp>
      <p:sp>
        <p:nvSpPr>
          <p:cNvPr id="4" name="Slide Number Placeholder 3">
            <a:extLst>
              <a:ext uri="{FF2B5EF4-FFF2-40B4-BE49-F238E27FC236}">
                <a16:creationId xmlns:a16="http://schemas.microsoft.com/office/drawing/2014/main" id="{9BF6ED04-09E1-663D-D0D9-4C847065DA1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16</a:t>
            </a:fld>
            <a:endParaRPr lang="en-US"/>
          </a:p>
        </p:txBody>
      </p:sp>
      <p:sp>
        <p:nvSpPr>
          <p:cNvPr id="6" name="TextBox 5">
            <a:extLst>
              <a:ext uri="{FF2B5EF4-FFF2-40B4-BE49-F238E27FC236}">
                <a16:creationId xmlns:a16="http://schemas.microsoft.com/office/drawing/2014/main" id="{05792F07-3808-9329-96F3-266DB6C566C8}"/>
              </a:ext>
            </a:extLst>
          </p:cNvPr>
          <p:cNvSpPr txBox="1"/>
          <p:nvPr/>
        </p:nvSpPr>
        <p:spPr>
          <a:xfrm>
            <a:off x="5704031" y="3546142"/>
            <a:ext cx="6148747" cy="2031325"/>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 on toast messages. </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p:txBody>
      </p:sp>
      <p:pic>
        <p:nvPicPr>
          <p:cNvPr id="10" name="Picture 9">
            <a:extLst>
              <a:ext uri="{FF2B5EF4-FFF2-40B4-BE49-F238E27FC236}">
                <a16:creationId xmlns:a16="http://schemas.microsoft.com/office/drawing/2014/main" id="{BE086328-27AE-251D-F5A2-0B107C547948}"/>
              </a:ext>
            </a:extLst>
          </p:cNvPr>
          <p:cNvPicPr>
            <a:picLocks noChangeAspect="1"/>
          </p:cNvPicPr>
          <p:nvPr/>
        </p:nvPicPr>
        <p:blipFill>
          <a:blip r:embed="rId3"/>
          <a:srcRect t="36091"/>
          <a:stretch>
            <a:fillRect/>
          </a:stretch>
        </p:blipFill>
        <p:spPr>
          <a:xfrm>
            <a:off x="491769" y="2767262"/>
            <a:ext cx="4592697" cy="3589087"/>
          </a:xfrm>
          <a:prstGeom prst="rect">
            <a:avLst/>
          </a:prstGeom>
        </p:spPr>
      </p:pic>
      <p:pic>
        <p:nvPicPr>
          <p:cNvPr id="7" name="Picture 6">
            <a:extLst>
              <a:ext uri="{FF2B5EF4-FFF2-40B4-BE49-F238E27FC236}">
                <a16:creationId xmlns:a16="http://schemas.microsoft.com/office/drawing/2014/main" id="{6E12C132-97BA-9CB1-709F-88AD4434C8F3}"/>
              </a:ext>
            </a:extLst>
          </p:cNvPr>
          <p:cNvPicPr>
            <a:picLocks noChangeAspect="1"/>
          </p:cNvPicPr>
          <p:nvPr/>
        </p:nvPicPr>
        <p:blipFill>
          <a:blip r:embed="rId4"/>
          <a:srcRect b="50762"/>
          <a:stretch>
            <a:fillRect/>
          </a:stretch>
        </p:blipFill>
        <p:spPr>
          <a:xfrm>
            <a:off x="5427305" y="740450"/>
            <a:ext cx="4390464" cy="1930561"/>
          </a:xfrm>
          <a:prstGeom prst="rect">
            <a:avLst/>
          </a:prstGeom>
        </p:spPr>
      </p:pic>
      <p:pic>
        <p:nvPicPr>
          <p:cNvPr id="8" name="Picture 7">
            <a:extLst>
              <a:ext uri="{FF2B5EF4-FFF2-40B4-BE49-F238E27FC236}">
                <a16:creationId xmlns:a16="http://schemas.microsoft.com/office/drawing/2014/main" id="{B33AE60E-83A7-2489-2448-E50674663EC6}"/>
              </a:ext>
            </a:extLst>
          </p:cNvPr>
          <p:cNvPicPr>
            <a:picLocks noChangeAspect="1"/>
          </p:cNvPicPr>
          <p:nvPr/>
        </p:nvPicPr>
        <p:blipFill>
          <a:blip r:embed="rId5"/>
          <a:stretch>
            <a:fillRect/>
          </a:stretch>
        </p:blipFill>
        <p:spPr>
          <a:xfrm>
            <a:off x="491769" y="681038"/>
            <a:ext cx="4592697" cy="2022398"/>
          </a:xfrm>
          <a:prstGeom prst="rect">
            <a:avLst/>
          </a:prstGeom>
        </p:spPr>
      </p:pic>
    </p:spTree>
    <p:extLst>
      <p:ext uri="{BB962C8B-B14F-4D97-AF65-F5344CB8AC3E}">
        <p14:creationId xmlns:p14="http://schemas.microsoft.com/office/powerpoint/2010/main" val="336282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68F1-89EA-34EA-A857-27A311141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853A1-B4A4-3435-EEB7-FE4E03BFE48E}"/>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FA03C458-CD3B-A228-EC32-4D2F4CEBC7CD}"/>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8/10/2025</a:t>
            </a:fld>
            <a:endParaRPr lang="en-US"/>
          </a:p>
        </p:txBody>
      </p:sp>
      <p:sp>
        <p:nvSpPr>
          <p:cNvPr id="4" name="Slide Number Placeholder 3">
            <a:extLst>
              <a:ext uri="{FF2B5EF4-FFF2-40B4-BE49-F238E27FC236}">
                <a16:creationId xmlns:a16="http://schemas.microsoft.com/office/drawing/2014/main" id="{4926E3A7-BD26-FF5A-336D-1FAFB4B63B2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D4608E96-635A-2C56-442A-9898A3D8FE56}"/>
              </a:ext>
            </a:extLst>
          </p:cNvPr>
          <p:cNvSpPr txBox="1"/>
          <p:nvPr/>
        </p:nvSpPr>
        <p:spPr>
          <a:xfrm>
            <a:off x="5216579" y="681037"/>
            <a:ext cx="3195548" cy="4154984"/>
          </a:xfrm>
          <a:prstGeom prst="rect">
            <a:avLst/>
          </a:prstGeom>
          <a:solidFill>
            <a:schemeClr val="bg1"/>
          </a:solidFill>
        </p:spPr>
        <p:txBody>
          <a:bodyPr wrap="square">
            <a:spAutoFit/>
          </a:bodyPr>
          <a:lstStyle/>
          <a:p>
            <a:pPr>
              <a:buNone/>
            </a:pPr>
            <a:r>
              <a:rPr lang="en-US" sz="1600" dirty="0">
                <a:latin typeface="Century Gothic" panose="020B0502020202020204" pitchFamily="34" charset="0"/>
              </a:rPr>
              <a:t>Notes: </a:t>
            </a:r>
          </a:p>
          <a:p>
            <a:pPr marL="171450" indent="-171450">
              <a:buFont typeface="Arial" panose="020B0604020202020204" pitchFamily="34" charset="0"/>
              <a:buChar char="•"/>
            </a:pPr>
            <a:r>
              <a:rPr lang="en-US" sz="16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6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600" dirty="0">
                <a:latin typeface="Century Gothic" panose="020B0502020202020204" pitchFamily="34" charset="0"/>
              </a:rPr>
              <a:t>Color-coded:</a:t>
            </a:r>
          </a:p>
          <a:p>
            <a:pPr marL="628650" lvl="1" indent="-171450">
              <a:buFont typeface="Arial" panose="020B0604020202020204" pitchFamily="34" charset="0"/>
              <a:buChar char="•"/>
            </a:pPr>
            <a:r>
              <a:rPr lang="en-US" sz="1600" dirty="0">
                <a:latin typeface="Century Gothic" panose="020B0502020202020204" pitchFamily="34" charset="0"/>
              </a:rPr>
              <a:t>Green for success</a:t>
            </a:r>
          </a:p>
          <a:p>
            <a:pPr marL="628650" lvl="1" indent="-171450">
              <a:buFont typeface="Arial" panose="020B0604020202020204" pitchFamily="34" charset="0"/>
              <a:buChar char="•"/>
            </a:pPr>
            <a:r>
              <a:rPr lang="en-US" sz="1600" dirty="0">
                <a:latin typeface="Century Gothic" panose="020B0502020202020204" pitchFamily="34" charset="0"/>
              </a:rPr>
              <a:t>Red for errors</a:t>
            </a:r>
          </a:p>
          <a:p>
            <a:pPr marL="628650" lvl="1" indent="-171450">
              <a:buFont typeface="Arial" panose="020B0604020202020204" pitchFamily="34" charset="0"/>
              <a:buChar char="•"/>
            </a:pPr>
            <a:r>
              <a:rPr lang="en-US" sz="1600" dirty="0">
                <a:latin typeface="Century Gothic" panose="020B0502020202020204" pitchFamily="34" charset="0"/>
              </a:rPr>
              <a:t>Yellow for warnings</a:t>
            </a:r>
          </a:p>
          <a:p>
            <a:pPr marL="628650" lvl="1" indent="-171450">
              <a:buFont typeface="Arial" panose="020B0604020202020204" pitchFamily="34" charset="0"/>
              <a:buChar char="•"/>
            </a:pPr>
            <a:r>
              <a:rPr lang="en-US" sz="1600" dirty="0">
                <a:latin typeface="Century Gothic" panose="020B0502020202020204" pitchFamily="34" charset="0"/>
              </a:rPr>
              <a:t>Blue/gray for info(navy blue)</a:t>
            </a: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E7F22F3D-FBE2-D1A5-25EA-9E996F89D6CD}"/>
              </a:ext>
            </a:extLst>
          </p:cNvPr>
          <p:cNvPicPr>
            <a:picLocks noChangeAspect="1"/>
          </p:cNvPicPr>
          <p:nvPr/>
        </p:nvPicPr>
        <p:blipFill>
          <a:blip r:embed="rId3"/>
          <a:stretch>
            <a:fillRect/>
          </a:stretch>
        </p:blipFill>
        <p:spPr>
          <a:xfrm>
            <a:off x="598503" y="798075"/>
            <a:ext cx="4223156" cy="5069326"/>
          </a:xfrm>
          <a:prstGeom prst="rect">
            <a:avLst/>
          </a:prstGeom>
        </p:spPr>
      </p:pic>
    </p:spTree>
    <p:extLst>
      <p:ext uri="{BB962C8B-B14F-4D97-AF65-F5344CB8AC3E}">
        <p14:creationId xmlns:p14="http://schemas.microsoft.com/office/powerpoint/2010/main" val="2643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EDED9-6553-F839-5BB8-ECE530EF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86C03-7E70-39C1-D8A3-6327446F23B4}"/>
              </a:ext>
            </a:extLst>
          </p:cNvPr>
          <p:cNvSpPr>
            <a:spLocks noGrp="1"/>
          </p:cNvSpPr>
          <p:nvPr>
            <p:ph type="title"/>
          </p:nvPr>
        </p:nvSpPr>
        <p:spPr>
          <a:xfrm>
            <a:off x="598503" y="193906"/>
            <a:ext cx="10515600" cy="487131"/>
          </a:xfrm>
        </p:spPr>
        <p:txBody>
          <a:bodyPr>
            <a:normAutofit/>
          </a:bodyPr>
          <a:lstStyle/>
          <a:p>
            <a:r>
              <a:rPr lang="en-US" sz="2800" dirty="0"/>
              <a:t>Wireframe Notes – 6.1 – Login</a:t>
            </a:r>
          </a:p>
        </p:txBody>
      </p:sp>
      <p:sp>
        <p:nvSpPr>
          <p:cNvPr id="4" name="Date Placeholder 3">
            <a:extLst>
              <a:ext uri="{FF2B5EF4-FFF2-40B4-BE49-F238E27FC236}">
                <a16:creationId xmlns:a16="http://schemas.microsoft.com/office/drawing/2014/main" id="{7CEA786A-3A51-C83C-6A99-7F9D5D202F7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24EE21D-0ADF-CF2A-1B5C-EED77B63B11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18</a:t>
            </a:fld>
            <a:endParaRPr lang="en-US"/>
          </a:p>
        </p:txBody>
      </p:sp>
      <p:sp>
        <p:nvSpPr>
          <p:cNvPr id="7" name="TextBox 6">
            <a:extLst>
              <a:ext uri="{FF2B5EF4-FFF2-40B4-BE49-F238E27FC236}">
                <a16:creationId xmlns:a16="http://schemas.microsoft.com/office/drawing/2014/main" id="{1A4233D7-8F36-0C85-2459-7162568D352C}"/>
              </a:ext>
            </a:extLst>
          </p:cNvPr>
          <p:cNvSpPr txBox="1"/>
          <p:nvPr/>
        </p:nvSpPr>
        <p:spPr>
          <a:xfrm>
            <a:off x="7918597" y="936241"/>
            <a:ext cx="3989868" cy="2523768"/>
          </a:xfrm>
          <a:prstGeom prst="rect">
            <a:avLst/>
          </a:prstGeom>
          <a:noFill/>
        </p:spPr>
        <p:txBody>
          <a:bodyPr wrap="square">
            <a:spAutoFit/>
          </a:bodyPr>
          <a:lstStyle/>
          <a:p>
            <a:pPr>
              <a:buNone/>
            </a:pPr>
            <a:r>
              <a:rPr lang="en-US" sz="1600" b="1" dirty="0">
                <a:latin typeface="Century Gothic" panose="020B0502020202020204" pitchFamily="34" charset="0"/>
              </a:rPr>
              <a:t>Login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Username/Email and Password fields</a:t>
            </a:r>
          </a:p>
          <a:p>
            <a:pPr>
              <a:buFont typeface="Arial" panose="020B0604020202020204" pitchFamily="34" charset="0"/>
              <a:buChar char="•"/>
            </a:pPr>
            <a:r>
              <a:rPr lang="en-US" sz="1600" dirty="0">
                <a:latin typeface="Century Gothic" panose="020B0502020202020204" pitchFamily="34" charset="0"/>
              </a:rPr>
              <a:t>Login button</a:t>
            </a:r>
          </a:p>
          <a:p>
            <a:pPr>
              <a:buFont typeface="Arial" panose="020B0604020202020204" pitchFamily="34" charset="0"/>
              <a:buChar char="•"/>
            </a:pPr>
            <a:r>
              <a:rPr lang="en-US" sz="1600" dirty="0">
                <a:latin typeface="Century Gothic" panose="020B0502020202020204" pitchFamily="34" charset="0"/>
              </a:rPr>
              <a:t>"Forgot Password" link</a:t>
            </a: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r>
              <a:rPr lang="en-US" sz="1600" b="1" dirty="0">
                <a:solidFill>
                  <a:srgbClr val="FF0000"/>
                </a:solidFill>
                <a:latin typeface="Century Gothic" panose="020B0502020202020204" pitchFamily="34" charset="0"/>
              </a:rPr>
              <a:t>The login screen has been updated. If this UI is preferred. We can update the remaining login screens to match. </a:t>
            </a:r>
          </a:p>
          <a:p>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BDF1FC05-C05D-D736-6D21-9A7C75E913B9}"/>
              </a:ext>
            </a:extLst>
          </p:cNvPr>
          <p:cNvPicPr>
            <a:picLocks noChangeAspect="1"/>
          </p:cNvPicPr>
          <p:nvPr/>
        </p:nvPicPr>
        <p:blipFill>
          <a:blip r:embed="rId3"/>
          <a:stretch>
            <a:fillRect/>
          </a:stretch>
        </p:blipFill>
        <p:spPr>
          <a:xfrm>
            <a:off x="7977007" y="3703263"/>
            <a:ext cx="3873047" cy="2456664"/>
          </a:xfrm>
          <a:prstGeom prst="rect">
            <a:avLst/>
          </a:prstGeom>
        </p:spPr>
      </p:pic>
      <p:pic>
        <p:nvPicPr>
          <p:cNvPr id="12" name="Picture 11">
            <a:extLst>
              <a:ext uri="{FF2B5EF4-FFF2-40B4-BE49-F238E27FC236}">
                <a16:creationId xmlns:a16="http://schemas.microsoft.com/office/drawing/2014/main" id="{927FF4B5-4466-C960-691E-59323EE42FF1}"/>
              </a:ext>
            </a:extLst>
          </p:cNvPr>
          <p:cNvPicPr>
            <a:picLocks noChangeAspect="1"/>
          </p:cNvPicPr>
          <p:nvPr/>
        </p:nvPicPr>
        <p:blipFill>
          <a:blip r:embed="rId4"/>
          <a:stretch>
            <a:fillRect/>
          </a:stretch>
        </p:blipFill>
        <p:spPr>
          <a:xfrm>
            <a:off x="283535" y="852964"/>
            <a:ext cx="7441192" cy="5331458"/>
          </a:xfrm>
          <a:prstGeom prst="rect">
            <a:avLst/>
          </a:prstGeom>
        </p:spPr>
      </p:pic>
    </p:spTree>
    <p:extLst>
      <p:ext uri="{BB962C8B-B14F-4D97-AF65-F5344CB8AC3E}">
        <p14:creationId xmlns:p14="http://schemas.microsoft.com/office/powerpoint/2010/main" val="1211089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775A-0F23-CDC1-1312-69EB2F11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65BE3-4C59-9685-1D62-3E5D0AC05F93}"/>
              </a:ext>
            </a:extLst>
          </p:cNvPr>
          <p:cNvSpPr>
            <a:spLocks noGrp="1"/>
          </p:cNvSpPr>
          <p:nvPr>
            <p:ph type="title"/>
          </p:nvPr>
        </p:nvSpPr>
        <p:spPr>
          <a:xfrm>
            <a:off x="598503" y="193906"/>
            <a:ext cx="10515600" cy="487131"/>
          </a:xfrm>
        </p:spPr>
        <p:txBody>
          <a:bodyPr>
            <a:normAutofit/>
          </a:bodyPr>
          <a:lstStyle/>
          <a:p>
            <a:r>
              <a:rPr lang="en-US" sz="2800" dirty="0"/>
              <a:t>Wireframe Notes – 6.2 – Forgot Password</a:t>
            </a:r>
          </a:p>
        </p:txBody>
      </p:sp>
      <p:sp>
        <p:nvSpPr>
          <p:cNvPr id="4" name="Date Placeholder 3">
            <a:extLst>
              <a:ext uri="{FF2B5EF4-FFF2-40B4-BE49-F238E27FC236}">
                <a16:creationId xmlns:a16="http://schemas.microsoft.com/office/drawing/2014/main" id="{F3FBA27D-A21D-1FE8-BBFB-04F5983031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4591D889-0599-4C31-4E9B-72228748E2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19</a:t>
            </a:fld>
            <a:endParaRPr lang="en-US"/>
          </a:p>
        </p:txBody>
      </p:sp>
      <p:sp>
        <p:nvSpPr>
          <p:cNvPr id="6" name="TextBox 5">
            <a:extLst>
              <a:ext uri="{FF2B5EF4-FFF2-40B4-BE49-F238E27FC236}">
                <a16:creationId xmlns:a16="http://schemas.microsoft.com/office/drawing/2014/main" id="{A630E09E-DC36-13B0-94EE-4F4834604C80}"/>
              </a:ext>
            </a:extLst>
          </p:cNvPr>
          <p:cNvSpPr txBox="1"/>
          <p:nvPr/>
        </p:nvSpPr>
        <p:spPr>
          <a:xfrm>
            <a:off x="8514021" y="968138"/>
            <a:ext cx="3458240" cy="830997"/>
          </a:xfrm>
          <a:prstGeom prst="rect">
            <a:avLst/>
          </a:prstGeom>
          <a:noFill/>
        </p:spPr>
        <p:txBody>
          <a:bodyPr wrap="square">
            <a:spAutoFit/>
          </a:bodyPr>
          <a:lstStyle/>
          <a:p>
            <a:pPr>
              <a:buNone/>
            </a:pPr>
            <a:r>
              <a:rPr lang="en-US" sz="1600" b="1" dirty="0">
                <a:latin typeface="Century Gothic" panose="020B0502020202020204" pitchFamily="34" charset="0"/>
              </a:rPr>
              <a:t>Forgot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Input: Email</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10" name="Picture 9">
            <a:extLst>
              <a:ext uri="{FF2B5EF4-FFF2-40B4-BE49-F238E27FC236}">
                <a16:creationId xmlns:a16="http://schemas.microsoft.com/office/drawing/2014/main" id="{E0AA9A73-2A05-6F60-7A94-759B7251333C}"/>
              </a:ext>
            </a:extLst>
          </p:cNvPr>
          <p:cNvPicPr>
            <a:picLocks noChangeAspect="1"/>
          </p:cNvPicPr>
          <p:nvPr/>
        </p:nvPicPr>
        <p:blipFill>
          <a:blip r:embed="rId3"/>
          <a:stretch>
            <a:fillRect/>
          </a:stretch>
        </p:blipFill>
        <p:spPr>
          <a:xfrm>
            <a:off x="681668" y="837881"/>
            <a:ext cx="4610743" cy="2410161"/>
          </a:xfrm>
          <a:prstGeom prst="rect">
            <a:avLst/>
          </a:prstGeom>
        </p:spPr>
      </p:pic>
    </p:spTree>
    <p:extLst>
      <p:ext uri="{BB962C8B-B14F-4D97-AF65-F5344CB8AC3E}">
        <p14:creationId xmlns:p14="http://schemas.microsoft.com/office/powerpoint/2010/main" val="3249715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0FA5-7257-88DA-A859-41BE2A21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FBB03-E4FD-5ACB-17E3-4D5C3FA15D56}"/>
              </a:ext>
            </a:extLst>
          </p:cNvPr>
          <p:cNvSpPr>
            <a:spLocks noGrp="1"/>
          </p:cNvSpPr>
          <p:nvPr>
            <p:ph type="title"/>
          </p:nvPr>
        </p:nvSpPr>
        <p:spPr>
          <a:xfrm>
            <a:off x="598503" y="193906"/>
            <a:ext cx="10515600" cy="487131"/>
          </a:xfrm>
        </p:spPr>
        <p:txBody>
          <a:bodyPr>
            <a:normAutofit/>
          </a:bodyPr>
          <a:lstStyle/>
          <a:p>
            <a:r>
              <a:rPr lang="en-US" sz="2800" dirty="0"/>
              <a:t>Wireframe Notes – 6.3 – Password Reset Confirmation</a:t>
            </a:r>
          </a:p>
        </p:txBody>
      </p:sp>
      <p:sp>
        <p:nvSpPr>
          <p:cNvPr id="4" name="Date Placeholder 3">
            <a:extLst>
              <a:ext uri="{FF2B5EF4-FFF2-40B4-BE49-F238E27FC236}">
                <a16:creationId xmlns:a16="http://schemas.microsoft.com/office/drawing/2014/main" id="{48747B52-8D18-DF07-56D2-267FC14B13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4A90F56-C4AD-BDF6-C1FE-8B40E1D7066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20</a:t>
            </a:fld>
            <a:endParaRPr lang="en-US"/>
          </a:p>
        </p:txBody>
      </p:sp>
      <p:sp>
        <p:nvSpPr>
          <p:cNvPr id="3" name="TextBox 2">
            <a:extLst>
              <a:ext uri="{FF2B5EF4-FFF2-40B4-BE49-F238E27FC236}">
                <a16:creationId xmlns:a16="http://schemas.microsoft.com/office/drawing/2014/main" id="{36CB1713-A41A-8206-B541-9F2A88B3FD1E}"/>
              </a:ext>
            </a:extLst>
          </p:cNvPr>
          <p:cNvSpPr txBox="1"/>
          <p:nvPr/>
        </p:nvSpPr>
        <p:spPr>
          <a:xfrm>
            <a:off x="8514021" y="968138"/>
            <a:ext cx="3458240" cy="2000548"/>
          </a:xfrm>
          <a:prstGeom prst="rect">
            <a:avLst/>
          </a:prstGeom>
          <a:noFill/>
        </p:spPr>
        <p:txBody>
          <a:bodyPr wrap="square">
            <a:spAutoFit/>
          </a:bodyPr>
          <a:lstStyle/>
          <a:p>
            <a:pPr>
              <a:buNone/>
            </a:pPr>
            <a:r>
              <a:rPr lang="en-US" sz="1600" b="1" dirty="0">
                <a:latin typeface="Century Gothic" panose="020B0502020202020204" pitchFamily="34" charset="0"/>
              </a:rPr>
              <a:t>Password Reset Confirmation Screen (Email Sent)</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Confirmation that an email was sent</a:t>
            </a:r>
          </a:p>
          <a:p>
            <a:pPr>
              <a:buFont typeface="Arial" panose="020B0604020202020204" pitchFamily="34" charset="0"/>
              <a:buChar char="•"/>
            </a:pPr>
            <a:r>
              <a:rPr lang="en-US" sz="1600" dirty="0">
                <a:latin typeface="Century Gothic" panose="020B0502020202020204" pitchFamily="34" charset="0"/>
              </a:rPr>
              <a:t>Option to resend</a:t>
            </a:r>
          </a:p>
          <a:p>
            <a:pPr>
              <a:buFont typeface="Arial" panose="020B0604020202020204" pitchFamily="34" charset="0"/>
              <a:buChar char="•"/>
            </a:pPr>
            <a:r>
              <a:rPr lang="en-US" sz="1600" dirty="0">
                <a:latin typeface="Century Gothic" panose="020B0502020202020204" pitchFamily="34" charset="0"/>
              </a:rPr>
              <a:t>Option to go back to Login</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2F4EA04D-B09F-ED86-E273-5059DB04D170}"/>
              </a:ext>
            </a:extLst>
          </p:cNvPr>
          <p:cNvPicPr>
            <a:picLocks noChangeAspect="1"/>
          </p:cNvPicPr>
          <p:nvPr/>
        </p:nvPicPr>
        <p:blipFill>
          <a:blip r:embed="rId3"/>
          <a:stretch>
            <a:fillRect/>
          </a:stretch>
        </p:blipFill>
        <p:spPr>
          <a:xfrm>
            <a:off x="598503" y="968138"/>
            <a:ext cx="4515480" cy="2238687"/>
          </a:xfrm>
          <a:prstGeom prst="rect">
            <a:avLst/>
          </a:prstGeom>
        </p:spPr>
      </p:pic>
    </p:spTree>
    <p:extLst>
      <p:ext uri="{BB962C8B-B14F-4D97-AF65-F5344CB8AC3E}">
        <p14:creationId xmlns:p14="http://schemas.microsoft.com/office/powerpoint/2010/main" val="1333759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969A-D813-F197-6971-1EC8C4ED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9ABE5-8361-5026-B68D-2A7A27AC46E3}"/>
              </a:ext>
            </a:extLst>
          </p:cNvPr>
          <p:cNvSpPr>
            <a:spLocks noGrp="1"/>
          </p:cNvSpPr>
          <p:nvPr>
            <p:ph type="title"/>
          </p:nvPr>
        </p:nvSpPr>
        <p:spPr>
          <a:xfrm>
            <a:off x="598503" y="193906"/>
            <a:ext cx="10515600" cy="487131"/>
          </a:xfrm>
        </p:spPr>
        <p:txBody>
          <a:bodyPr>
            <a:normAutofit/>
          </a:bodyPr>
          <a:lstStyle/>
          <a:p>
            <a:r>
              <a:rPr lang="en-US" sz="2800" dirty="0"/>
              <a:t>Wireframe Notes – 6.4 – Reset Password</a:t>
            </a:r>
          </a:p>
        </p:txBody>
      </p:sp>
      <p:sp>
        <p:nvSpPr>
          <p:cNvPr id="4" name="Date Placeholder 3">
            <a:extLst>
              <a:ext uri="{FF2B5EF4-FFF2-40B4-BE49-F238E27FC236}">
                <a16:creationId xmlns:a16="http://schemas.microsoft.com/office/drawing/2014/main" id="{082AECFB-0FA5-F12D-50BE-4504401D36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3B58D630-E51E-3B8F-A8CA-256A6AA9B3C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21</a:t>
            </a:fld>
            <a:endParaRPr lang="en-US"/>
          </a:p>
        </p:txBody>
      </p:sp>
      <p:sp>
        <p:nvSpPr>
          <p:cNvPr id="3" name="TextBox 2">
            <a:extLst>
              <a:ext uri="{FF2B5EF4-FFF2-40B4-BE49-F238E27FC236}">
                <a16:creationId xmlns:a16="http://schemas.microsoft.com/office/drawing/2014/main" id="{804476BA-D980-3EA9-C870-340107DC01B2}"/>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Reset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Accessed via email link (usually with token)</a:t>
            </a:r>
          </a:p>
          <a:p>
            <a:pPr>
              <a:buFont typeface="Arial" panose="020B0604020202020204" pitchFamily="34" charset="0"/>
              <a:buChar char="•"/>
            </a:pPr>
            <a:r>
              <a:rPr lang="en-US" sz="1600" dirty="0">
                <a:latin typeface="Century Gothic" panose="020B0502020202020204" pitchFamily="34" charset="0"/>
              </a:rPr>
              <a:t>New Password + Confirm Password</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8" name="Picture 7">
            <a:extLst>
              <a:ext uri="{FF2B5EF4-FFF2-40B4-BE49-F238E27FC236}">
                <a16:creationId xmlns:a16="http://schemas.microsoft.com/office/drawing/2014/main" id="{8916A999-6D66-5B40-8FA3-4A4C2B16BE3C}"/>
              </a:ext>
            </a:extLst>
          </p:cNvPr>
          <p:cNvPicPr>
            <a:picLocks noChangeAspect="1"/>
          </p:cNvPicPr>
          <p:nvPr/>
        </p:nvPicPr>
        <p:blipFill>
          <a:blip r:embed="rId3"/>
          <a:stretch>
            <a:fillRect/>
          </a:stretch>
        </p:blipFill>
        <p:spPr>
          <a:xfrm>
            <a:off x="598503" y="932608"/>
            <a:ext cx="4505954" cy="2410161"/>
          </a:xfrm>
          <a:prstGeom prst="rect">
            <a:avLst/>
          </a:prstGeom>
        </p:spPr>
      </p:pic>
    </p:spTree>
    <p:extLst>
      <p:ext uri="{BB962C8B-B14F-4D97-AF65-F5344CB8AC3E}">
        <p14:creationId xmlns:p14="http://schemas.microsoft.com/office/powerpoint/2010/main" val="3532450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49C-D341-CEE7-D8DE-6DEAEB303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3E9A2-37F6-32DB-A950-1CFE2A84CF2D}"/>
              </a:ext>
            </a:extLst>
          </p:cNvPr>
          <p:cNvSpPr>
            <a:spLocks noGrp="1"/>
          </p:cNvSpPr>
          <p:nvPr>
            <p:ph type="title"/>
          </p:nvPr>
        </p:nvSpPr>
        <p:spPr>
          <a:xfrm>
            <a:off x="598503" y="193906"/>
            <a:ext cx="10515600" cy="487131"/>
          </a:xfrm>
        </p:spPr>
        <p:txBody>
          <a:bodyPr>
            <a:normAutofit/>
          </a:bodyPr>
          <a:lstStyle/>
          <a:p>
            <a:r>
              <a:rPr lang="en-US" sz="2800" dirty="0"/>
              <a:t>Wireframe Notes – 6.5 – Password Reset Successful</a:t>
            </a:r>
          </a:p>
        </p:txBody>
      </p:sp>
      <p:sp>
        <p:nvSpPr>
          <p:cNvPr id="4" name="Date Placeholder 3">
            <a:extLst>
              <a:ext uri="{FF2B5EF4-FFF2-40B4-BE49-F238E27FC236}">
                <a16:creationId xmlns:a16="http://schemas.microsoft.com/office/drawing/2014/main" id="{5D2CB3E1-23C0-D65D-CF90-2CD3A0D924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42FADA60-5553-58AD-BB94-46CAB33F99A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22</a:t>
            </a:fld>
            <a:endParaRPr lang="en-US"/>
          </a:p>
        </p:txBody>
      </p:sp>
      <p:sp>
        <p:nvSpPr>
          <p:cNvPr id="3" name="TextBox 2">
            <a:extLst>
              <a:ext uri="{FF2B5EF4-FFF2-40B4-BE49-F238E27FC236}">
                <a16:creationId xmlns:a16="http://schemas.microsoft.com/office/drawing/2014/main" id="{580789C9-36BA-7B77-BBD6-EFF37F1AC8FD}"/>
              </a:ext>
            </a:extLst>
          </p:cNvPr>
          <p:cNvSpPr txBox="1"/>
          <p:nvPr/>
        </p:nvSpPr>
        <p:spPr>
          <a:xfrm>
            <a:off x="8514021" y="968138"/>
            <a:ext cx="3458240" cy="954107"/>
          </a:xfrm>
          <a:prstGeom prst="rect">
            <a:avLst/>
          </a:prstGeom>
          <a:noFill/>
        </p:spPr>
        <p:txBody>
          <a:bodyPr wrap="square">
            <a:spAutoFit/>
          </a:bodyPr>
          <a:lstStyle/>
          <a:p>
            <a:pPr>
              <a:buNone/>
            </a:pPr>
            <a:r>
              <a:rPr lang="en-US" sz="1400" b="1" dirty="0">
                <a:latin typeface="Century Gothic" panose="020B0502020202020204" pitchFamily="34" charset="0"/>
              </a:rPr>
              <a:t>Password Reset Success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Message: "Your password has been reset"</a:t>
            </a:r>
          </a:p>
          <a:p>
            <a:pPr>
              <a:buFont typeface="Arial" panose="020B0604020202020204" pitchFamily="34" charset="0"/>
              <a:buChar char="•"/>
            </a:pPr>
            <a:r>
              <a:rPr lang="en-US" sz="1400" dirty="0">
                <a:latin typeface="Century Gothic" panose="020B0502020202020204" pitchFamily="34" charset="0"/>
              </a:rPr>
              <a:t>Button to go back to Login</a:t>
            </a:r>
          </a:p>
        </p:txBody>
      </p:sp>
      <p:pic>
        <p:nvPicPr>
          <p:cNvPr id="7" name="Picture 6">
            <a:extLst>
              <a:ext uri="{FF2B5EF4-FFF2-40B4-BE49-F238E27FC236}">
                <a16:creationId xmlns:a16="http://schemas.microsoft.com/office/drawing/2014/main" id="{4990862A-D2F5-9B81-8B88-DC408789A0D2}"/>
              </a:ext>
            </a:extLst>
          </p:cNvPr>
          <p:cNvPicPr>
            <a:picLocks noChangeAspect="1"/>
          </p:cNvPicPr>
          <p:nvPr/>
        </p:nvPicPr>
        <p:blipFill>
          <a:blip r:embed="rId3"/>
          <a:stretch>
            <a:fillRect/>
          </a:stretch>
        </p:blipFill>
        <p:spPr>
          <a:xfrm>
            <a:off x="838200" y="882449"/>
            <a:ext cx="4496427" cy="1971950"/>
          </a:xfrm>
          <a:prstGeom prst="rect">
            <a:avLst/>
          </a:prstGeom>
        </p:spPr>
      </p:pic>
    </p:spTree>
    <p:extLst>
      <p:ext uri="{BB962C8B-B14F-4D97-AF65-F5344CB8AC3E}">
        <p14:creationId xmlns:p14="http://schemas.microsoft.com/office/powerpoint/2010/main" val="3543505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45C6-8F13-69EE-0B35-0EEA109FC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9BBAF-8017-EBD2-798F-23792A8908C7}"/>
              </a:ext>
            </a:extLst>
          </p:cNvPr>
          <p:cNvSpPr>
            <a:spLocks noGrp="1"/>
          </p:cNvSpPr>
          <p:nvPr>
            <p:ph type="title"/>
          </p:nvPr>
        </p:nvSpPr>
        <p:spPr>
          <a:xfrm>
            <a:off x="598503" y="193906"/>
            <a:ext cx="10515600" cy="487131"/>
          </a:xfrm>
        </p:spPr>
        <p:txBody>
          <a:bodyPr>
            <a:normAutofit/>
          </a:bodyPr>
          <a:lstStyle/>
          <a:p>
            <a:r>
              <a:rPr lang="en-US" sz="2800" dirty="0"/>
              <a:t>Wireframe Notes – 6.6 – 2FA Authenticate OTP</a:t>
            </a:r>
          </a:p>
        </p:txBody>
      </p:sp>
      <p:sp>
        <p:nvSpPr>
          <p:cNvPr id="4" name="Date Placeholder 3">
            <a:extLst>
              <a:ext uri="{FF2B5EF4-FFF2-40B4-BE49-F238E27FC236}">
                <a16:creationId xmlns:a16="http://schemas.microsoft.com/office/drawing/2014/main" id="{8F0A4A2B-663D-E776-C35C-6E76A65855E6}"/>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6DCE38E2-182E-9985-4757-1991C1CFBD9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403E0022-AE14-FB52-2A3A-9136DAE524FB}"/>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Two-Factor Authentication (2FA)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Prompt for OTP or code from authenticator app</a:t>
            </a:r>
          </a:p>
          <a:p>
            <a:pPr>
              <a:buFont typeface="Arial" panose="020B0604020202020204" pitchFamily="34" charset="0"/>
              <a:buChar char="•"/>
            </a:pPr>
            <a:r>
              <a:rPr lang="en-US" sz="1600" dirty="0">
                <a:latin typeface="Century Gothic" panose="020B0502020202020204" pitchFamily="34" charset="0"/>
              </a:rPr>
              <a:t>Backup methods (e.g., SMS, email)</a:t>
            </a:r>
          </a:p>
        </p:txBody>
      </p:sp>
      <p:pic>
        <p:nvPicPr>
          <p:cNvPr id="8" name="Picture 7">
            <a:extLst>
              <a:ext uri="{FF2B5EF4-FFF2-40B4-BE49-F238E27FC236}">
                <a16:creationId xmlns:a16="http://schemas.microsoft.com/office/drawing/2014/main" id="{0D3638EE-2D8A-BE4C-AE18-8EE47095D3D6}"/>
              </a:ext>
            </a:extLst>
          </p:cNvPr>
          <p:cNvPicPr>
            <a:picLocks noChangeAspect="1"/>
          </p:cNvPicPr>
          <p:nvPr/>
        </p:nvPicPr>
        <p:blipFill>
          <a:blip r:embed="rId3"/>
          <a:stretch>
            <a:fillRect/>
          </a:stretch>
        </p:blipFill>
        <p:spPr>
          <a:xfrm>
            <a:off x="679945" y="968138"/>
            <a:ext cx="4401164" cy="2362530"/>
          </a:xfrm>
          <a:prstGeom prst="rect">
            <a:avLst/>
          </a:prstGeom>
        </p:spPr>
      </p:pic>
    </p:spTree>
    <p:extLst>
      <p:ext uri="{BB962C8B-B14F-4D97-AF65-F5344CB8AC3E}">
        <p14:creationId xmlns:p14="http://schemas.microsoft.com/office/powerpoint/2010/main" val="2920801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0200-DBFC-860A-4A06-3CE37E37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8BD88-09DD-2B84-3907-3A0AFAC1DE9F}"/>
              </a:ext>
            </a:extLst>
          </p:cNvPr>
          <p:cNvSpPr>
            <a:spLocks noGrp="1"/>
          </p:cNvSpPr>
          <p:nvPr>
            <p:ph type="title"/>
          </p:nvPr>
        </p:nvSpPr>
        <p:spPr>
          <a:xfrm>
            <a:off x="598503" y="193906"/>
            <a:ext cx="10515600" cy="487131"/>
          </a:xfrm>
        </p:spPr>
        <p:txBody>
          <a:bodyPr>
            <a:normAutofit/>
          </a:bodyPr>
          <a:lstStyle/>
          <a:p>
            <a:r>
              <a:rPr lang="en-US" sz="2800" dirty="0"/>
              <a:t>Wireframe Notes – 6.7 – Sign-up Registration (out of Scope)</a:t>
            </a:r>
          </a:p>
        </p:txBody>
      </p:sp>
      <p:sp>
        <p:nvSpPr>
          <p:cNvPr id="4" name="Date Placeholder 3">
            <a:extLst>
              <a:ext uri="{FF2B5EF4-FFF2-40B4-BE49-F238E27FC236}">
                <a16:creationId xmlns:a16="http://schemas.microsoft.com/office/drawing/2014/main" id="{4C0AD5E1-7DFF-7B7C-53CD-6CE0DFA0865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395A9318-6419-BA9D-8361-9FCF05F12B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54072F0D-7A69-CF33-9683-876C1CC707E8}"/>
              </a:ext>
            </a:extLst>
          </p:cNvPr>
          <p:cNvSpPr txBox="1"/>
          <p:nvPr/>
        </p:nvSpPr>
        <p:spPr>
          <a:xfrm>
            <a:off x="9267159" y="867313"/>
            <a:ext cx="2743201" cy="5447645"/>
          </a:xfrm>
          <a:prstGeom prst="rect">
            <a:avLst/>
          </a:prstGeom>
          <a:noFill/>
        </p:spPr>
        <p:txBody>
          <a:bodyPr wrap="square">
            <a:spAutoFit/>
          </a:bodyPr>
          <a:lstStyle/>
          <a:p>
            <a:pPr>
              <a:buNone/>
            </a:pPr>
            <a:r>
              <a:rPr lang="en-US" sz="1400" dirty="0">
                <a:latin typeface="Century Gothic" panose="020B0502020202020204" pitchFamily="34" charset="0"/>
              </a:rPr>
              <a:t>Sign Up / Registration Screen (Disabled/Hidden)</a:t>
            </a:r>
          </a:p>
          <a:p>
            <a:pPr>
              <a:buFont typeface="Arial" panose="020B0604020202020204" pitchFamily="34" charset="0"/>
              <a:buChar char="•"/>
            </a:pPr>
            <a:r>
              <a:rPr lang="en-US" sz="1400" dirty="0">
                <a:latin typeface="Century Gothic" panose="020B0502020202020204" pitchFamily="34" charset="0"/>
              </a:rPr>
              <a:t>If account creation is allowed in the future</a:t>
            </a:r>
          </a:p>
          <a:p>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Additional Screens:</a:t>
            </a:r>
          </a:p>
          <a:p>
            <a:pPr>
              <a:buNone/>
            </a:pPr>
            <a:r>
              <a:rPr lang="en-US" sz="1400" dirty="0">
                <a:latin typeface="Century Gothic" panose="020B0502020202020204" pitchFamily="34" charset="0"/>
              </a:rPr>
              <a:t>Account Lock/Too Many Attempts Screen</a:t>
            </a:r>
          </a:p>
          <a:p>
            <a:pPr>
              <a:buFont typeface="Arial" panose="020B0604020202020204" pitchFamily="34" charset="0"/>
              <a:buChar char="•"/>
            </a:pPr>
            <a:r>
              <a:rPr lang="en-US" sz="1400" dirty="0">
                <a:latin typeface="Century Gothic" panose="020B0502020202020204" pitchFamily="34" charset="0"/>
              </a:rPr>
              <a:t>Inform user of lockout</a:t>
            </a:r>
          </a:p>
          <a:p>
            <a:pPr>
              <a:buFont typeface="Arial" panose="020B0604020202020204" pitchFamily="34" charset="0"/>
              <a:buChar char="•"/>
            </a:pPr>
            <a:r>
              <a:rPr lang="en-US" sz="1400" dirty="0">
                <a:latin typeface="Century Gothic" panose="020B0502020202020204" pitchFamily="34" charset="0"/>
              </a:rPr>
              <a:t>Time remaining or action to unlock (e.g., via email)</a:t>
            </a:r>
          </a:p>
          <a:p>
            <a:pPr>
              <a:buNone/>
            </a:pPr>
            <a:r>
              <a:rPr lang="en-US" sz="1400" dirty="0">
                <a:latin typeface="Century Gothic" panose="020B0502020202020204" pitchFamily="34" charset="0"/>
              </a:rPr>
              <a:t>Email Verification Screen (Post Sign-up)</a:t>
            </a:r>
          </a:p>
          <a:p>
            <a:pPr>
              <a:buFont typeface="Arial" panose="020B0604020202020204" pitchFamily="34" charset="0"/>
              <a:buChar char="•"/>
            </a:pPr>
            <a:r>
              <a:rPr lang="en-US" sz="1400" dirty="0">
                <a:latin typeface="Century Gothic" panose="020B0502020202020204" pitchFamily="34" charset="0"/>
              </a:rPr>
              <a:t>“Check your email to verify your account”</a:t>
            </a:r>
          </a:p>
          <a:p>
            <a:pPr>
              <a:buNone/>
            </a:pPr>
            <a:r>
              <a:rPr lang="en-US" sz="1400" dirty="0">
                <a:latin typeface="Century Gothic" panose="020B0502020202020204" pitchFamily="34" charset="0"/>
              </a:rPr>
              <a:t>Resend Verification Email Screen</a:t>
            </a:r>
          </a:p>
          <a:p>
            <a:pPr>
              <a:buFont typeface="Arial" panose="020B0604020202020204" pitchFamily="34" charset="0"/>
              <a:buChar char="•"/>
            </a:pPr>
            <a:r>
              <a:rPr lang="en-US" sz="1400" dirty="0">
                <a:latin typeface="Century Gothic" panose="020B0502020202020204" pitchFamily="34" charset="0"/>
              </a:rPr>
              <a:t>In case the user didn’t receive the initial verification</a:t>
            </a:r>
          </a:p>
          <a:p>
            <a:pPr>
              <a:buNone/>
            </a:pPr>
            <a:r>
              <a:rPr lang="en-US" sz="1400" dirty="0">
                <a:latin typeface="Century Gothic" panose="020B0502020202020204" pitchFamily="34" charset="0"/>
              </a:rPr>
              <a:t>Login Success Redirect / Dashboard Screen</a:t>
            </a:r>
          </a:p>
          <a:p>
            <a:pPr>
              <a:buFont typeface="Arial" panose="020B0604020202020204" pitchFamily="34" charset="0"/>
              <a:buChar char="•"/>
            </a:pPr>
            <a:r>
              <a:rPr lang="en-US" sz="1400" dirty="0">
                <a:latin typeface="Century Gothic" panose="020B0502020202020204" pitchFamily="34" charset="0"/>
              </a:rPr>
              <a:t>After login, redirect to home, dashboard, or intended page</a:t>
            </a:r>
          </a:p>
          <a:p>
            <a:pPr>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5F47A494-4B85-68C1-67CD-481614C0BD99}"/>
              </a:ext>
            </a:extLst>
          </p:cNvPr>
          <p:cNvPicPr>
            <a:picLocks noChangeAspect="1"/>
          </p:cNvPicPr>
          <p:nvPr/>
        </p:nvPicPr>
        <p:blipFill>
          <a:blip r:embed="rId3"/>
          <a:stretch>
            <a:fillRect/>
          </a:stretch>
        </p:blipFill>
        <p:spPr>
          <a:xfrm>
            <a:off x="5104913" y="914105"/>
            <a:ext cx="4114158" cy="5373954"/>
          </a:xfrm>
          <a:prstGeom prst="rect">
            <a:avLst/>
          </a:prstGeom>
        </p:spPr>
      </p:pic>
      <p:pic>
        <p:nvPicPr>
          <p:cNvPr id="9" name="Picture 8">
            <a:extLst>
              <a:ext uri="{FF2B5EF4-FFF2-40B4-BE49-F238E27FC236}">
                <a16:creationId xmlns:a16="http://schemas.microsoft.com/office/drawing/2014/main" id="{85B4AE35-B7C1-2A0F-FC74-3F6B158C2878}"/>
              </a:ext>
            </a:extLst>
          </p:cNvPr>
          <p:cNvPicPr>
            <a:picLocks noChangeAspect="1"/>
          </p:cNvPicPr>
          <p:nvPr/>
        </p:nvPicPr>
        <p:blipFill>
          <a:blip r:embed="rId4"/>
          <a:stretch>
            <a:fillRect/>
          </a:stretch>
        </p:blipFill>
        <p:spPr>
          <a:xfrm>
            <a:off x="488569" y="965161"/>
            <a:ext cx="4496427" cy="4143953"/>
          </a:xfrm>
          <a:prstGeom prst="rect">
            <a:avLst/>
          </a:prstGeom>
        </p:spPr>
      </p:pic>
    </p:spTree>
    <p:extLst>
      <p:ext uri="{BB962C8B-B14F-4D97-AF65-F5344CB8AC3E}">
        <p14:creationId xmlns:p14="http://schemas.microsoft.com/office/powerpoint/2010/main" val="4266317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430-6003-1F53-F493-22BA5A2DA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1F2D-8802-6399-2D12-834453AE289D}"/>
              </a:ext>
            </a:extLst>
          </p:cNvPr>
          <p:cNvSpPr>
            <a:spLocks noGrp="1"/>
          </p:cNvSpPr>
          <p:nvPr>
            <p:ph type="ctrTitle"/>
          </p:nvPr>
        </p:nvSpPr>
        <p:spPr>
          <a:xfrm>
            <a:off x="1524000" y="2351686"/>
            <a:ext cx="9144000" cy="2387600"/>
          </a:xfrm>
        </p:spPr>
        <p:txBody>
          <a:bodyPr/>
          <a:lstStyle/>
          <a:p>
            <a:r>
              <a:rPr lang="en-US" dirty="0"/>
              <a:t>Wireframes</a:t>
            </a:r>
          </a:p>
        </p:txBody>
      </p:sp>
      <p:sp>
        <p:nvSpPr>
          <p:cNvPr id="8" name="Date Placeholder 7">
            <a:extLst>
              <a:ext uri="{FF2B5EF4-FFF2-40B4-BE49-F238E27FC236}">
                <a16:creationId xmlns:a16="http://schemas.microsoft.com/office/drawing/2014/main" id="{15557286-7C37-7115-A4E1-BD3A0AA6B49E}"/>
              </a:ext>
            </a:extLst>
          </p:cNvPr>
          <p:cNvSpPr>
            <a:spLocks noGrp="1"/>
          </p:cNvSpPr>
          <p:nvPr>
            <p:ph type="dt" sz="half" idx="10"/>
          </p:nvPr>
        </p:nvSpPr>
        <p:spPr/>
        <p:txBody>
          <a:bodyPr/>
          <a:lstStyle/>
          <a:p>
            <a:fld id="{5948895C-732D-4B88-B65C-5D83E3577007}" type="datetime1">
              <a:rPr lang="en-US" smtClean="0"/>
              <a:t>8/10/2025</a:t>
            </a:fld>
            <a:endParaRPr lang="en-US"/>
          </a:p>
        </p:txBody>
      </p:sp>
      <p:sp>
        <p:nvSpPr>
          <p:cNvPr id="9" name="Slide Number Placeholder 8">
            <a:extLst>
              <a:ext uri="{FF2B5EF4-FFF2-40B4-BE49-F238E27FC236}">
                <a16:creationId xmlns:a16="http://schemas.microsoft.com/office/drawing/2014/main" id="{276380D5-E588-9497-76C7-1334BCE2620F}"/>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10" name="Picture 9" descr="GreenCircle Certified">
            <a:extLst>
              <a:ext uri="{FF2B5EF4-FFF2-40B4-BE49-F238E27FC236}">
                <a16:creationId xmlns:a16="http://schemas.microsoft.com/office/drawing/2014/main" id="{D03AA94E-9664-4D24-99F6-353E26C7C986}"/>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94373859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EE01-7B29-ED1E-7644-9A63EBC4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7AE14-B49D-C29F-4C86-FEEF3DB82812}"/>
              </a:ext>
            </a:extLst>
          </p:cNvPr>
          <p:cNvSpPr>
            <a:spLocks noGrp="1"/>
          </p:cNvSpPr>
          <p:nvPr>
            <p:ph type="title"/>
          </p:nvPr>
        </p:nvSpPr>
        <p:spPr>
          <a:xfrm>
            <a:off x="598503" y="193906"/>
            <a:ext cx="4649772"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249AA1F1-6C03-D6F2-9761-0C42ED4867BB}"/>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1A00F7FE-3354-FEAC-1FEF-47889C73FF67}"/>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15" name="TextBox 14">
            <a:extLst>
              <a:ext uri="{FF2B5EF4-FFF2-40B4-BE49-F238E27FC236}">
                <a16:creationId xmlns:a16="http://schemas.microsoft.com/office/drawing/2014/main" id="{91BE873F-36EA-D363-9ECE-77A911E522B5}"/>
              </a:ext>
            </a:extLst>
          </p:cNvPr>
          <p:cNvSpPr txBox="1"/>
          <p:nvPr/>
        </p:nvSpPr>
        <p:spPr>
          <a:xfrm>
            <a:off x="745030" y="1115804"/>
            <a:ext cx="3813533" cy="1169551"/>
          </a:xfrm>
          <a:prstGeom prst="rect">
            <a:avLst/>
          </a:prstGeom>
          <a:noFill/>
        </p:spPr>
        <p:txBody>
          <a:bodyPr wrap="square">
            <a:spAutoFit/>
          </a:bodyPr>
          <a:lstStyle/>
          <a:p>
            <a:r>
              <a:rPr lang="en-US" sz="1400" b="1" dirty="0">
                <a:latin typeface="Century Gothic" panose="020B0502020202020204" pitchFamily="34" charset="0"/>
              </a:rPr>
              <a:t>Fields not included on Tile:</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Tags</a:t>
            </a:r>
          </a:p>
        </p:txBody>
      </p:sp>
      <p:sp>
        <p:nvSpPr>
          <p:cNvPr id="7" name="TextBox 6">
            <a:extLst>
              <a:ext uri="{FF2B5EF4-FFF2-40B4-BE49-F238E27FC236}">
                <a16:creationId xmlns:a16="http://schemas.microsoft.com/office/drawing/2014/main" id="{714C56C7-EF7C-1EA9-E87B-E11B225D69D6}"/>
              </a:ext>
            </a:extLst>
          </p:cNvPr>
          <p:cNvSpPr txBox="1"/>
          <p:nvPr/>
        </p:nvSpPr>
        <p:spPr>
          <a:xfrm>
            <a:off x="745029" y="4357201"/>
            <a:ext cx="3213568" cy="1384995"/>
          </a:xfrm>
          <a:prstGeom prst="rect">
            <a:avLst/>
          </a:prstGeom>
          <a:noFill/>
        </p:spPr>
        <p:txBody>
          <a:bodyPr wrap="square">
            <a:spAutoFit/>
          </a:bodyPr>
          <a:lstStyle/>
          <a:p>
            <a:pPr marL="285750" indent="-285750">
              <a:buFont typeface="Arial" panose="020B0604020202020204" pitchFamily="34" charset="0"/>
              <a:buChar char="•"/>
            </a:pPr>
            <a:r>
              <a:rPr lang="en-US" sz="1400" i="0" u="none" strike="noStrike" baseline="0" dirty="0">
                <a:latin typeface="Century Gothic" panose="020B0502020202020204" pitchFamily="34" charset="0"/>
              </a:rPr>
              <a:t>Disclaimer is in the footer instead of the header an only visible on this page</a:t>
            </a:r>
            <a:r>
              <a:rPr lang="en-US" sz="1400" dirty="0">
                <a:latin typeface="Century Gothic" panose="020B0502020202020204" pitchFamily="34" charset="0"/>
              </a:rPr>
              <a:t> and single certificate view for public view.</a:t>
            </a:r>
          </a:p>
          <a:p>
            <a:pPr marL="285750" indent="-285750">
              <a:buFont typeface="Arial" panose="020B0604020202020204" pitchFamily="34" charset="0"/>
              <a:buChar char="•"/>
            </a:pPr>
            <a:r>
              <a:rPr lang="en-US" sz="1400" i="0" u="none" strike="noStrike" baseline="0" dirty="0">
                <a:latin typeface="Century Gothic" panose="020B0502020202020204" pitchFamily="34" charset="0"/>
              </a:rPr>
              <a:t>New subtext has been added to the header. </a:t>
            </a:r>
          </a:p>
        </p:txBody>
      </p:sp>
      <p:sp>
        <p:nvSpPr>
          <p:cNvPr id="6" name="TextBox 5">
            <a:extLst>
              <a:ext uri="{FF2B5EF4-FFF2-40B4-BE49-F238E27FC236}">
                <a16:creationId xmlns:a16="http://schemas.microsoft.com/office/drawing/2014/main" id="{39CA216E-82C7-156F-4911-11D0549AECE4}"/>
              </a:ext>
            </a:extLst>
          </p:cNvPr>
          <p:cNvSpPr txBox="1"/>
          <p:nvPr/>
        </p:nvSpPr>
        <p:spPr>
          <a:xfrm>
            <a:off x="745029" y="2337634"/>
            <a:ext cx="3523709" cy="1815882"/>
          </a:xfrm>
          <a:prstGeom prst="rect">
            <a:avLst/>
          </a:prstGeom>
          <a:noFill/>
        </p:spPr>
        <p:txBody>
          <a:bodyPr wrap="square">
            <a:spAutoFit/>
          </a:bodyPr>
          <a:lstStyle/>
          <a:p>
            <a:r>
              <a:rPr lang="en-US" sz="1400" b="1" dirty="0">
                <a:latin typeface="Century Gothic" panose="020B0502020202020204" pitchFamily="34" charset="0"/>
              </a:rPr>
              <a:t>Filter Sections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Certification Type</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Categories (multiple level filtering)</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Company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Countries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Certificate Tags</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Additional</a:t>
            </a:r>
            <a:endParaRPr lang="en-US" sz="1400" b="0" i="0" u="none" strike="noStrike" baseline="0" dirty="0">
              <a:solidFill>
                <a:srgbClr val="000000"/>
              </a:solidFill>
              <a:latin typeface="Century Gothic" panose="020B0502020202020204" pitchFamily="34" charset="0"/>
            </a:endParaRPr>
          </a:p>
        </p:txBody>
      </p:sp>
      <p:pic>
        <p:nvPicPr>
          <p:cNvPr id="11" name="Picture 10">
            <a:extLst>
              <a:ext uri="{FF2B5EF4-FFF2-40B4-BE49-F238E27FC236}">
                <a16:creationId xmlns:a16="http://schemas.microsoft.com/office/drawing/2014/main" id="{1A0A3DDA-24E8-CEE6-B76F-06452F586178}"/>
              </a:ext>
            </a:extLst>
          </p:cNvPr>
          <p:cNvPicPr>
            <a:picLocks noChangeAspect="1"/>
          </p:cNvPicPr>
          <p:nvPr/>
        </p:nvPicPr>
        <p:blipFill>
          <a:blip r:embed="rId3"/>
          <a:stretch>
            <a:fillRect/>
          </a:stretch>
        </p:blipFill>
        <p:spPr>
          <a:xfrm>
            <a:off x="5389275" y="0"/>
            <a:ext cx="6802725" cy="6858000"/>
          </a:xfrm>
          <a:prstGeom prst="rect">
            <a:avLst/>
          </a:prstGeom>
        </p:spPr>
      </p:pic>
    </p:spTree>
    <p:extLst>
      <p:ext uri="{BB962C8B-B14F-4D97-AF65-F5344CB8AC3E}">
        <p14:creationId xmlns:p14="http://schemas.microsoft.com/office/powerpoint/2010/main" val="3645261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03C62-49E1-B1B7-3D69-7D036E15E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1A6F-F232-0B6D-0F13-CD8CACE0762E}"/>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10DF75CA-DFB5-FBFD-04CC-2CD6B8433DD1}"/>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D4037C55-BBAF-DA25-78CF-65968930CADB}"/>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10" name="Picture 9">
            <a:extLst>
              <a:ext uri="{FF2B5EF4-FFF2-40B4-BE49-F238E27FC236}">
                <a16:creationId xmlns:a16="http://schemas.microsoft.com/office/drawing/2014/main" id="{6787249A-2F86-9785-9DE5-B6E120A12AD5}"/>
              </a:ext>
            </a:extLst>
          </p:cNvPr>
          <p:cNvPicPr>
            <a:picLocks noChangeAspect="1"/>
          </p:cNvPicPr>
          <p:nvPr/>
        </p:nvPicPr>
        <p:blipFill>
          <a:blip r:embed="rId3"/>
          <a:stretch>
            <a:fillRect/>
          </a:stretch>
        </p:blipFill>
        <p:spPr>
          <a:xfrm>
            <a:off x="697158" y="782053"/>
            <a:ext cx="6697776" cy="6075947"/>
          </a:xfrm>
          <a:prstGeom prst="rect">
            <a:avLst/>
          </a:prstGeom>
        </p:spPr>
      </p:pic>
      <p:sp>
        <p:nvSpPr>
          <p:cNvPr id="8" name="TextBox 7">
            <a:extLst>
              <a:ext uri="{FF2B5EF4-FFF2-40B4-BE49-F238E27FC236}">
                <a16:creationId xmlns:a16="http://schemas.microsoft.com/office/drawing/2014/main" id="{F93802DE-E5F5-39AB-26D7-FE64D106A268}"/>
              </a:ext>
            </a:extLst>
          </p:cNvPr>
          <p:cNvSpPr txBox="1"/>
          <p:nvPr/>
        </p:nvSpPr>
        <p:spPr>
          <a:xfrm>
            <a:off x="7172325" y="230123"/>
            <a:ext cx="6096000" cy="369332"/>
          </a:xfrm>
          <a:prstGeom prst="rect">
            <a:avLst/>
          </a:prstGeom>
          <a:noFill/>
        </p:spPr>
        <p:txBody>
          <a:bodyPr wrap="square">
            <a:spAutoFit/>
          </a:bodyPr>
          <a:lstStyle/>
          <a:p>
            <a:r>
              <a:rPr lang="en-US" sz="1800" b="1" dirty="0">
                <a:solidFill>
                  <a:srgbClr val="FF0000"/>
                </a:solidFill>
                <a:latin typeface="Century Gothic" panose="020B0502020202020204" pitchFamily="34" charset="0"/>
              </a:rPr>
              <a:t>Zoomed out to show full page. </a:t>
            </a:r>
            <a:endParaRPr lang="en-US" b="1" dirty="0">
              <a:solidFill>
                <a:srgbClr val="FF0000"/>
              </a:solidFill>
            </a:endParaRPr>
          </a:p>
        </p:txBody>
      </p:sp>
    </p:spTree>
    <p:extLst>
      <p:ext uri="{BB962C8B-B14F-4D97-AF65-F5344CB8AC3E}">
        <p14:creationId xmlns:p14="http://schemas.microsoft.com/office/powerpoint/2010/main" val="1806071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C89C-4DC5-C329-E721-95481389D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EB885-14EA-1EDD-A3A2-BDD7840A6AEC}"/>
              </a:ext>
            </a:extLst>
          </p:cNvPr>
          <p:cNvSpPr>
            <a:spLocks noGrp="1"/>
          </p:cNvSpPr>
          <p:nvPr>
            <p:ph type="title"/>
          </p:nvPr>
        </p:nvSpPr>
        <p:spPr>
          <a:xfrm>
            <a:off x="598503" y="193906"/>
            <a:ext cx="11433076" cy="487131"/>
          </a:xfrm>
        </p:spPr>
        <p:txBody>
          <a:bodyPr/>
          <a:lstStyle/>
          <a:p>
            <a:r>
              <a:rPr lang="en-US" sz="2800" dirty="0"/>
              <a:t>Wireframe Notes – 1.0 – Certificates – Mobile/Tablet Views</a:t>
            </a:r>
          </a:p>
        </p:txBody>
      </p:sp>
      <p:sp>
        <p:nvSpPr>
          <p:cNvPr id="4" name="Date Placeholder 3">
            <a:extLst>
              <a:ext uri="{FF2B5EF4-FFF2-40B4-BE49-F238E27FC236}">
                <a16:creationId xmlns:a16="http://schemas.microsoft.com/office/drawing/2014/main" id="{76954AA1-6DEC-9B47-5F31-B3A50F9A73BA}"/>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903C5075-130A-7B08-B5C6-271B62D52AE5}"/>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8" name="Picture 7">
            <a:extLst>
              <a:ext uri="{FF2B5EF4-FFF2-40B4-BE49-F238E27FC236}">
                <a16:creationId xmlns:a16="http://schemas.microsoft.com/office/drawing/2014/main" id="{ACD15D6D-F100-9139-5FEE-0F7AB53FFBC1}"/>
              </a:ext>
            </a:extLst>
          </p:cNvPr>
          <p:cNvPicPr>
            <a:picLocks noChangeAspect="1"/>
          </p:cNvPicPr>
          <p:nvPr/>
        </p:nvPicPr>
        <p:blipFill>
          <a:blip r:embed="rId3"/>
          <a:stretch>
            <a:fillRect/>
          </a:stretch>
        </p:blipFill>
        <p:spPr>
          <a:xfrm>
            <a:off x="598503" y="854242"/>
            <a:ext cx="1639548" cy="5809852"/>
          </a:xfrm>
          <a:prstGeom prst="rect">
            <a:avLst/>
          </a:prstGeom>
        </p:spPr>
      </p:pic>
      <p:pic>
        <p:nvPicPr>
          <p:cNvPr id="11" name="Picture 10">
            <a:extLst>
              <a:ext uri="{FF2B5EF4-FFF2-40B4-BE49-F238E27FC236}">
                <a16:creationId xmlns:a16="http://schemas.microsoft.com/office/drawing/2014/main" id="{B739776B-4D66-8181-03B4-DB132E2FE0E4}"/>
              </a:ext>
            </a:extLst>
          </p:cNvPr>
          <p:cNvPicPr>
            <a:picLocks noChangeAspect="1"/>
          </p:cNvPicPr>
          <p:nvPr/>
        </p:nvPicPr>
        <p:blipFill>
          <a:blip r:embed="rId4"/>
          <a:stretch>
            <a:fillRect/>
          </a:stretch>
        </p:blipFill>
        <p:spPr>
          <a:xfrm>
            <a:off x="2477748" y="693654"/>
            <a:ext cx="1654696" cy="6027821"/>
          </a:xfrm>
          <a:prstGeom prst="rect">
            <a:avLst/>
          </a:prstGeom>
        </p:spPr>
      </p:pic>
      <p:pic>
        <p:nvPicPr>
          <p:cNvPr id="14" name="Picture 13">
            <a:extLst>
              <a:ext uri="{FF2B5EF4-FFF2-40B4-BE49-F238E27FC236}">
                <a16:creationId xmlns:a16="http://schemas.microsoft.com/office/drawing/2014/main" id="{C34DABD3-4F2C-21CB-82A6-22C926D0825F}"/>
              </a:ext>
            </a:extLst>
          </p:cNvPr>
          <p:cNvPicPr>
            <a:picLocks noChangeAspect="1"/>
          </p:cNvPicPr>
          <p:nvPr/>
        </p:nvPicPr>
        <p:blipFill>
          <a:blip r:embed="rId5"/>
          <a:stretch>
            <a:fillRect/>
          </a:stretch>
        </p:blipFill>
        <p:spPr>
          <a:xfrm>
            <a:off x="4372141" y="787818"/>
            <a:ext cx="1715582" cy="5282364"/>
          </a:xfrm>
          <a:prstGeom prst="rect">
            <a:avLst/>
          </a:prstGeom>
        </p:spPr>
      </p:pic>
      <p:pic>
        <p:nvPicPr>
          <p:cNvPr id="17" name="Picture 16">
            <a:extLst>
              <a:ext uri="{FF2B5EF4-FFF2-40B4-BE49-F238E27FC236}">
                <a16:creationId xmlns:a16="http://schemas.microsoft.com/office/drawing/2014/main" id="{956539F6-74FD-F4DB-6C79-4172E93926E2}"/>
              </a:ext>
            </a:extLst>
          </p:cNvPr>
          <p:cNvPicPr>
            <a:picLocks noChangeAspect="1"/>
          </p:cNvPicPr>
          <p:nvPr/>
        </p:nvPicPr>
        <p:blipFill>
          <a:blip r:embed="rId6"/>
          <a:stretch>
            <a:fillRect/>
          </a:stretch>
        </p:blipFill>
        <p:spPr>
          <a:xfrm>
            <a:off x="6995823" y="787818"/>
            <a:ext cx="3426561" cy="5510757"/>
          </a:xfrm>
          <a:prstGeom prst="rect">
            <a:avLst/>
          </a:prstGeom>
        </p:spPr>
      </p:pic>
    </p:spTree>
    <p:extLst>
      <p:ext uri="{BB962C8B-B14F-4D97-AF65-F5344CB8AC3E}">
        <p14:creationId xmlns:p14="http://schemas.microsoft.com/office/powerpoint/2010/main" val="84387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355-FB88-A272-56D3-1E79D3E66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5C042-2DC0-5F23-195B-B82ED9184931}"/>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492A14A5-17EB-8B44-E2A6-030EC559B9D7}"/>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5905A857-389F-D00E-1D8E-C33E6DBADFD6}"/>
              </a:ext>
            </a:extLst>
          </p:cNvPr>
          <p:cNvSpPr>
            <a:spLocks noGrp="1"/>
          </p:cNvSpPr>
          <p:nvPr>
            <p:ph type="sldNum" sz="quarter" idx="12"/>
          </p:nvPr>
        </p:nvSpPr>
        <p:spPr>
          <a:xfrm>
            <a:off x="8610600" y="6201922"/>
            <a:ext cx="1811784" cy="365125"/>
          </a:xfrm>
        </p:spPr>
        <p:txBody>
          <a:bodyPr/>
          <a:lstStyle/>
          <a:p>
            <a:fld id="{330EA680-D336-4FF7-8B7A-9848BB0A1C32}" type="slidenum">
              <a:rPr lang="en-US" smtClean="0"/>
              <a:t>29</a:t>
            </a:fld>
            <a:endParaRPr lang="en-US"/>
          </a:p>
        </p:txBody>
      </p:sp>
      <p:sp>
        <p:nvSpPr>
          <p:cNvPr id="3" name="TextBox 2">
            <a:extLst>
              <a:ext uri="{FF2B5EF4-FFF2-40B4-BE49-F238E27FC236}">
                <a16:creationId xmlns:a16="http://schemas.microsoft.com/office/drawing/2014/main" id="{92E98E3B-E715-0FF3-68EC-2AF7E0167D9A}"/>
              </a:ext>
            </a:extLst>
          </p:cNvPr>
          <p:cNvSpPr txBox="1"/>
          <p:nvPr/>
        </p:nvSpPr>
        <p:spPr>
          <a:xfrm>
            <a:off x="598503" y="821932"/>
            <a:ext cx="4996544" cy="5693866"/>
          </a:xfrm>
          <a:prstGeom prst="rect">
            <a:avLst/>
          </a:prstGeom>
          <a:noFill/>
        </p:spPr>
        <p:txBody>
          <a:bodyPr wrap="square">
            <a:spAutoFit/>
          </a:bodyPr>
          <a:lstStyle/>
          <a:p>
            <a:r>
              <a:rPr lang="en-US" sz="1400" b="1" dirty="0">
                <a:latin typeface="Century Gothic" panose="020B0502020202020204" pitchFamily="34" charset="0"/>
              </a:rPr>
              <a:t>Sort by Options (</a:t>
            </a:r>
            <a:r>
              <a:rPr lang="en-US" sz="1600" b="1" dirty="0">
                <a:solidFill>
                  <a:srgbClr val="C00000"/>
                </a:solidFill>
                <a:latin typeface="Century Gothic" panose="020B0502020202020204" pitchFamily="34" charset="0"/>
              </a:rPr>
              <a:t>Confirm Final List with GCC</a:t>
            </a:r>
            <a:r>
              <a:rPr lang="en-US" sz="1400" b="1" dirty="0">
                <a:latin typeface="Century Gothic" panose="020B0502020202020204" pitchFamily="34" charset="0"/>
              </a:rPr>
              <a:t>)</a:t>
            </a:r>
          </a:p>
          <a:p>
            <a:endParaRPr lang="en-US" sz="1400" b="1" dirty="0">
              <a:latin typeface="Century Gothic" panose="020B0502020202020204" pitchFamily="34" charset="0"/>
            </a:endParaRPr>
          </a:p>
          <a:p>
            <a:r>
              <a:rPr lang="en-US" sz="1200" b="1" dirty="0"/>
              <a:t>Sort By Options</a:t>
            </a:r>
          </a:p>
          <a:p>
            <a:r>
              <a:rPr lang="en-US" sz="1200" b="1" dirty="0"/>
              <a:t>By Date</a:t>
            </a:r>
            <a:endParaRPr lang="en-US" sz="1200" dirty="0"/>
          </a:p>
          <a:p>
            <a:r>
              <a:rPr lang="en-US" sz="1200" dirty="0"/>
              <a:t>Newest Effective Date</a:t>
            </a:r>
          </a:p>
          <a:p>
            <a:r>
              <a:rPr lang="en-US" sz="1200" dirty="0"/>
              <a:t>Oldest Effective Date</a:t>
            </a:r>
          </a:p>
          <a:p>
            <a:r>
              <a:rPr lang="en-US" sz="1200" dirty="0">
                <a:solidFill>
                  <a:srgbClr val="FF0000"/>
                </a:solidFill>
              </a:rPr>
              <a:t>Expiring Soon</a:t>
            </a:r>
          </a:p>
          <a:p>
            <a:r>
              <a:rPr lang="en-US" sz="1200" dirty="0">
                <a:solidFill>
                  <a:srgbClr val="FF0000"/>
                </a:solidFill>
              </a:rPr>
              <a:t>Longest Validity Period</a:t>
            </a:r>
          </a:p>
          <a:p>
            <a:r>
              <a:rPr lang="en-US" sz="1200" dirty="0">
                <a:solidFill>
                  <a:srgbClr val="FF0000"/>
                </a:solidFill>
              </a:rPr>
              <a:t>Recently Issued (Last 30 Days)</a:t>
            </a:r>
          </a:p>
          <a:p>
            <a:r>
              <a:rPr lang="en-US" sz="1200" b="1" dirty="0"/>
              <a:t>By Certificate</a:t>
            </a:r>
            <a:endParaRPr lang="en-US" sz="1200" dirty="0"/>
          </a:p>
          <a:p>
            <a:r>
              <a:rPr lang="en-US" sz="1200" dirty="0"/>
              <a:t>Certificate Number (Newest)</a:t>
            </a:r>
          </a:p>
          <a:p>
            <a:r>
              <a:rPr lang="en-US" sz="1200" dirty="0"/>
              <a:t>Certificate Number (Oldest)</a:t>
            </a:r>
          </a:p>
          <a:p>
            <a:r>
              <a:rPr lang="en-US" sz="1200" dirty="0"/>
              <a:t>Certification Type A-Z</a:t>
            </a:r>
          </a:p>
          <a:p>
            <a:r>
              <a:rPr lang="en-US" sz="1200" dirty="0"/>
              <a:t>Certification Type Z-A</a:t>
            </a:r>
          </a:p>
          <a:p>
            <a:r>
              <a:rPr lang="en-US" sz="1200" b="1" dirty="0"/>
              <a:t>Alphabetical</a:t>
            </a:r>
            <a:endParaRPr lang="en-US" sz="1200" dirty="0"/>
          </a:p>
          <a:p>
            <a:r>
              <a:rPr lang="en-US" sz="1200" dirty="0"/>
              <a:t>Company A-Z</a:t>
            </a:r>
          </a:p>
          <a:p>
            <a:r>
              <a:rPr lang="en-US" sz="1200" dirty="0"/>
              <a:t>Company Z-A</a:t>
            </a:r>
          </a:p>
          <a:p>
            <a:r>
              <a:rPr lang="en-US" sz="1200" dirty="0"/>
              <a:t>Product Name A-Z</a:t>
            </a:r>
          </a:p>
          <a:p>
            <a:r>
              <a:rPr lang="en-US" sz="1200" dirty="0"/>
              <a:t>Product Name Z-A</a:t>
            </a:r>
          </a:p>
          <a:p>
            <a:r>
              <a:rPr lang="en-US" sz="1200" b="1" dirty="0"/>
              <a:t>By Location</a:t>
            </a:r>
            <a:endParaRPr lang="en-US" sz="1200" dirty="0"/>
          </a:p>
          <a:p>
            <a:r>
              <a:rPr lang="en-US" sz="1200" dirty="0"/>
              <a:t>Location A-Z</a:t>
            </a:r>
          </a:p>
          <a:p>
            <a:r>
              <a:rPr lang="en-US" sz="1200" dirty="0"/>
              <a:t>Location Z-A</a:t>
            </a:r>
          </a:p>
          <a:p>
            <a:r>
              <a:rPr lang="en-US" sz="1200" dirty="0"/>
              <a:t>Country A-Z</a:t>
            </a:r>
          </a:p>
          <a:p>
            <a:r>
              <a:rPr lang="en-US" sz="1200" dirty="0"/>
              <a:t>Country Z-A</a:t>
            </a:r>
          </a:p>
          <a:p>
            <a:r>
              <a:rPr lang="en-US" sz="1200" b="1" dirty="0">
                <a:solidFill>
                  <a:srgbClr val="FF0000"/>
                </a:solidFill>
              </a:rPr>
              <a:t>Advanced</a:t>
            </a:r>
            <a:endParaRPr lang="en-US" sz="1200" dirty="0">
              <a:solidFill>
                <a:srgbClr val="FF0000"/>
              </a:solidFill>
            </a:endParaRPr>
          </a:p>
          <a:p>
            <a:r>
              <a:rPr lang="en-US" sz="1200" dirty="0">
                <a:solidFill>
                  <a:srgbClr val="FF0000"/>
                </a:solidFill>
              </a:rPr>
              <a:t>Most Popular Companies</a:t>
            </a:r>
          </a:p>
          <a:p>
            <a:r>
              <a:rPr lang="en-US" sz="1200" dirty="0">
                <a:solidFill>
                  <a:srgbClr val="FF0000"/>
                </a:solidFill>
              </a:rPr>
              <a:t>Product Type A-Z</a:t>
            </a:r>
          </a:p>
          <a:p>
            <a:r>
              <a:rPr lang="en-US" sz="1200" dirty="0">
                <a:solidFill>
                  <a:srgbClr val="FF0000"/>
                </a:solidFill>
              </a:rPr>
              <a:t>Relevance Score</a:t>
            </a:r>
          </a:p>
          <a:p>
            <a:r>
              <a:rPr lang="en-US" sz="1200" dirty="0">
                <a:solidFill>
                  <a:srgbClr val="FF0000"/>
                </a:solidFill>
              </a:rPr>
              <a:t>Status</a:t>
            </a:r>
          </a:p>
          <a:p>
            <a:endParaRPr lang="en-US" sz="1200" b="1" dirty="0">
              <a:latin typeface="Century Gothic" panose="020B0502020202020204" pitchFamily="34" charset="0"/>
            </a:endParaRPr>
          </a:p>
        </p:txBody>
      </p:sp>
      <p:pic>
        <p:nvPicPr>
          <p:cNvPr id="7" name="Picture 6">
            <a:extLst>
              <a:ext uri="{FF2B5EF4-FFF2-40B4-BE49-F238E27FC236}">
                <a16:creationId xmlns:a16="http://schemas.microsoft.com/office/drawing/2014/main" id="{4A61FD3C-D229-6A7D-8CF4-9FB9CBEEF52B}"/>
              </a:ext>
            </a:extLst>
          </p:cNvPr>
          <p:cNvPicPr>
            <a:picLocks noChangeAspect="1"/>
          </p:cNvPicPr>
          <p:nvPr/>
        </p:nvPicPr>
        <p:blipFill>
          <a:blip r:embed="rId4"/>
          <a:srcRect l="6328"/>
          <a:stretch>
            <a:fillRect/>
          </a:stretch>
        </p:blipFill>
        <p:spPr>
          <a:xfrm>
            <a:off x="9448633" y="311707"/>
            <a:ext cx="1292988" cy="62595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40AFADA-7008-C572-CF65-DDCC8E017F8B}"/>
              </a:ext>
            </a:extLst>
          </p:cNvPr>
          <p:cNvPicPr>
            <a:picLocks noChangeAspect="1"/>
          </p:cNvPicPr>
          <p:nvPr/>
        </p:nvPicPr>
        <p:blipFill>
          <a:blip r:embed="rId5"/>
          <a:stretch>
            <a:fillRect/>
          </a:stretch>
        </p:blipFill>
        <p:spPr>
          <a:xfrm>
            <a:off x="7105567" y="840758"/>
            <a:ext cx="1924050" cy="2695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AF0A4E9D-EF0A-65CE-FDDA-163C0AE96475}"/>
              </a:ext>
            </a:extLst>
          </p:cNvPr>
          <p:cNvSpPr txBox="1"/>
          <p:nvPr/>
        </p:nvSpPr>
        <p:spPr>
          <a:xfrm>
            <a:off x="3585090" y="4377149"/>
            <a:ext cx="5677244" cy="1569660"/>
          </a:xfrm>
          <a:prstGeom prst="rect">
            <a:avLst/>
          </a:prstGeom>
          <a:noFill/>
        </p:spPr>
        <p:txBody>
          <a:bodyPr wrap="square">
            <a:spAutoFit/>
          </a:bodyPr>
          <a:lstStyle/>
          <a:p>
            <a:pPr marR="2000" algn="l" rtl="0">
              <a:buSzPts val="1200"/>
            </a:pPr>
            <a:r>
              <a:rPr lang="en-US" sz="1600" b="0" i="0" u="none" strike="noStrike" baseline="0" dirty="0">
                <a:latin typeface="Century Gothic" panose="020B0502020202020204" pitchFamily="34" charset="0"/>
              </a:rPr>
              <a:t>Requirement: Ability to sort tiles on all Public database columns (Certificate #, Certification Type, Effective Date</a:t>
            </a:r>
            <a:r>
              <a:rPr lang="en-US" sz="1600" b="0" i="0" u="none" strike="noStrike" baseline="0" dirty="0">
                <a:solidFill>
                  <a:srgbClr val="FF0000"/>
                </a:solidFill>
                <a:latin typeface="Century Gothic" panose="020B0502020202020204" pitchFamily="34" charset="0"/>
              </a:rPr>
              <a:t>, Expiration Date</a:t>
            </a:r>
            <a:r>
              <a:rPr lang="en-US" sz="1600" b="0" i="0" u="none" strike="noStrike" baseline="0" dirty="0">
                <a:latin typeface="Century Gothic" panose="020B0502020202020204" pitchFamily="34" charset="0"/>
              </a:rPr>
              <a:t>, Company, </a:t>
            </a:r>
            <a:r>
              <a:rPr lang="en-US" sz="1600" b="0" i="0" u="none" strike="sngStrike" baseline="0" dirty="0">
                <a:latin typeface="Century Gothic" panose="020B0502020202020204" pitchFamily="34" charset="0"/>
              </a:rPr>
              <a:t>Company Contact Email/URL</a:t>
            </a:r>
            <a:r>
              <a:rPr lang="en-US" sz="1600" b="0" i="0" u="none" strike="noStrike" baseline="0" dirty="0">
                <a:latin typeface="Century Gothic" panose="020B0502020202020204" pitchFamily="34" charset="0"/>
              </a:rPr>
              <a:t>, Product Name, </a:t>
            </a:r>
            <a:r>
              <a:rPr lang="en-US" sz="1600" b="0" i="0" u="none" strike="noStrike" baseline="0" dirty="0">
                <a:solidFill>
                  <a:srgbClr val="FF0000"/>
                </a:solidFill>
                <a:latin typeface="Century Gothic" panose="020B0502020202020204" pitchFamily="34" charset="0"/>
              </a:rPr>
              <a:t>Product Category, Product Type</a:t>
            </a:r>
            <a:r>
              <a:rPr lang="en-US" sz="1600" b="0" i="0" u="none" strike="noStrike" baseline="0" dirty="0">
                <a:latin typeface="Century Gothic" panose="020B0502020202020204" pitchFamily="34" charset="0"/>
              </a:rPr>
              <a:t>, </a:t>
            </a:r>
            <a:r>
              <a:rPr lang="en-US" sz="1600" b="0" i="0" u="none" strike="sngStrike" baseline="0" dirty="0">
                <a:latin typeface="Century Gothic" panose="020B0502020202020204" pitchFamily="34" charset="0"/>
              </a:rPr>
              <a:t>Product Type Subcategory</a:t>
            </a:r>
            <a:r>
              <a:rPr lang="en-US" sz="1600" b="0" i="0" u="none" strike="noStrike" baseline="0" dirty="0">
                <a:latin typeface="Century Gothic" panose="020B0502020202020204" pitchFamily="34" charset="0"/>
              </a:rPr>
              <a:t>, Location, Country, </a:t>
            </a:r>
            <a:r>
              <a:rPr lang="en-US" sz="1600" b="0" i="0" u="none" strike="sngStrike" baseline="0" dirty="0">
                <a:latin typeface="Century Gothic" panose="020B0502020202020204" pitchFamily="34" charset="0"/>
              </a:rPr>
              <a:t>External Tag</a:t>
            </a:r>
            <a:r>
              <a:rPr lang="en-US" sz="1600" b="0" i="0" u="none" strike="noStrike" baseline="0" dirty="0">
                <a:latin typeface="Century Gothic" panose="020B0502020202020204" pitchFamily="34" charset="0"/>
              </a:rPr>
              <a:t>) (</a:t>
            </a:r>
            <a:r>
              <a:rPr lang="en-US" sz="1600" b="0" i="0" u="none" strike="noStrike" baseline="0" dirty="0" err="1">
                <a:latin typeface="Century Gothic" panose="020B0502020202020204" pitchFamily="34" charset="0"/>
              </a:rPr>
              <a:t>Striked</a:t>
            </a:r>
            <a:r>
              <a:rPr lang="en-US" sz="1600" b="0" i="0" u="none" strike="noStrike" baseline="0" dirty="0">
                <a:latin typeface="Century Gothic" panose="020B0502020202020204" pitchFamily="34" charset="0"/>
              </a:rPr>
              <a:t> out does not need sorting)</a:t>
            </a:r>
          </a:p>
        </p:txBody>
      </p:sp>
    </p:spTree>
    <p:extLst>
      <p:ext uri="{BB962C8B-B14F-4D97-AF65-F5344CB8AC3E}">
        <p14:creationId xmlns:p14="http://schemas.microsoft.com/office/powerpoint/2010/main" val="603027040"/>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F55-D971-0CCC-98DF-87AD5D1CA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C639-21BA-64EA-6DEC-280E1E0E5DC2}"/>
              </a:ext>
            </a:extLst>
          </p:cNvPr>
          <p:cNvSpPr>
            <a:spLocks noGrp="1"/>
          </p:cNvSpPr>
          <p:nvPr>
            <p:ph type="title"/>
          </p:nvPr>
        </p:nvSpPr>
        <p:spPr/>
        <p:txBody>
          <a:bodyPr/>
          <a:lstStyle/>
          <a:p>
            <a:r>
              <a:rPr lang="en-US" sz="2800"/>
              <a:t>Wireframe Notes – 1.0 - Certificate List (Public Page)</a:t>
            </a:r>
          </a:p>
        </p:txBody>
      </p:sp>
      <p:sp>
        <p:nvSpPr>
          <p:cNvPr id="3" name="Content Placeholder 2">
            <a:extLst>
              <a:ext uri="{FF2B5EF4-FFF2-40B4-BE49-F238E27FC236}">
                <a16:creationId xmlns:a16="http://schemas.microsoft.com/office/drawing/2014/main" id="{2C9363E6-30F2-E691-35EB-5F69D43BE164}"/>
              </a:ext>
            </a:extLst>
          </p:cNvPr>
          <p:cNvSpPr>
            <a:spLocks noGrp="1"/>
          </p:cNvSpPr>
          <p:nvPr>
            <p:ph idx="1"/>
          </p:nvPr>
        </p:nvSpPr>
        <p:spPr>
          <a:xfrm>
            <a:off x="598503" y="868054"/>
            <a:ext cx="10857773" cy="5139345"/>
          </a:xfrm>
        </p:spPr>
        <p:txBody>
          <a:bodyPr>
            <a:noAutofit/>
          </a:bodyPr>
          <a:lstStyle/>
          <a:p>
            <a:pPr marR="2000" algn="l" rtl="0">
              <a:buSzPts val="1200"/>
              <a:buFont typeface="Symbol" panose="05050102010706020507" pitchFamily="18" charset="2"/>
              <a:buChar char="·"/>
            </a:pPr>
            <a:r>
              <a:rPr lang="en-US" sz="1400" b="0" i="0" u="none" strike="noStrike" baseline="0" dirty="0"/>
              <a:t>This is the landing page (https://db.greencirclecertified.com/certificate) on the current website. </a:t>
            </a:r>
          </a:p>
          <a:p>
            <a:pPr marR="2000" algn="l" rtl="0">
              <a:buSzPts val="1200"/>
              <a:buFont typeface="Symbol" panose="05050102010706020507" pitchFamily="18" charset="2"/>
              <a:buChar char="·"/>
            </a:pPr>
            <a:r>
              <a:rPr lang="en-US" sz="1400" b="0" i="0" u="none" strike="noStrike" baseline="0" dirty="0"/>
              <a:t>Clicking anywhere on the tile of a certificate will take the user to the Certificate View, separate page that opens into a new window, that shows details about the selected certificate. </a:t>
            </a:r>
          </a:p>
          <a:p>
            <a:pPr marR="2000" algn="l" rtl="0">
              <a:buSzPts val="1200"/>
              <a:buFont typeface="Symbol" panose="05050102010706020507" pitchFamily="18" charset="2"/>
              <a:buChar char="·"/>
            </a:pPr>
            <a:r>
              <a:rPr lang="en-US" sz="1400" b="0" i="0" u="none" strike="noStrike" baseline="0" dirty="0"/>
              <a:t>Search bar, autocomplete suggestions, filters on search terms within results, mobile compatibility, and the ability to narrow down search results based on specific criteria within categories, allowing users to easily find specific content on a site. </a:t>
            </a:r>
          </a:p>
          <a:p>
            <a:pPr marR="2000" algn="l" rtl="0">
              <a:buSzPts val="1200"/>
              <a:buFont typeface="Symbol" panose="05050102010706020507" pitchFamily="18" charset="2"/>
              <a:buChar char="·"/>
            </a:pPr>
            <a:r>
              <a:rPr lang="en-US" sz="1400" b="0" i="0" u="none" strike="noStrike" baseline="0" dirty="0"/>
              <a:t>Ability to sort tiles on all Public database columns (Certificate #, Certification Type, Effective Date, Expiration Date, Company, </a:t>
            </a:r>
            <a:r>
              <a:rPr lang="en-US" sz="1400" b="0" i="0" u="none" strike="sngStrike" baseline="0" dirty="0"/>
              <a:t>Company Contact Email/URL</a:t>
            </a:r>
            <a:r>
              <a:rPr lang="en-US" sz="1400" b="0" i="0" u="none" strike="noStrike" baseline="0" dirty="0"/>
              <a:t>, Product Name, Product Category, Product Type, </a:t>
            </a:r>
            <a:r>
              <a:rPr lang="en-US" sz="1400" b="0" i="0" u="none" strike="sngStrike" baseline="0" dirty="0"/>
              <a:t>Product Type Subcategory</a:t>
            </a:r>
            <a:r>
              <a:rPr lang="en-US" sz="1400" b="0" i="0" u="none" strike="noStrike" baseline="0" dirty="0"/>
              <a:t>, Location, Country, </a:t>
            </a:r>
            <a:r>
              <a:rPr lang="en-US" sz="1400" b="0" i="0" u="none" strike="sngStrike" baseline="0" dirty="0"/>
              <a:t>External Tag</a:t>
            </a:r>
            <a:r>
              <a:rPr lang="en-US" sz="1400" b="0" i="0" u="none" strike="noStrike" baseline="0" dirty="0"/>
              <a:t>) (</a:t>
            </a:r>
            <a:r>
              <a:rPr lang="en-US" sz="1400" b="0" i="0" u="none" strike="noStrike" baseline="0" dirty="0" err="1"/>
              <a:t>Striked</a:t>
            </a:r>
            <a:r>
              <a:rPr lang="en-US" sz="1400" b="0" i="0" u="none" strike="noStrike" baseline="0" dirty="0"/>
              <a:t> out does not need sorting)</a:t>
            </a:r>
          </a:p>
          <a:p>
            <a:pPr marR="2000" algn="l" rtl="0">
              <a:buSzPts val="1200"/>
              <a:buFont typeface="Symbol" panose="05050102010706020507" pitchFamily="18" charset="2"/>
              <a:buChar char="·"/>
            </a:pPr>
            <a:r>
              <a:rPr lang="en-US" sz="1400" b="0" i="0" u="none" strike="noStrike" baseline="0" dirty="0"/>
              <a:t>Ability to filter by search categories</a:t>
            </a:r>
          </a:p>
          <a:p>
            <a:pPr marR="2000" algn="l" rtl="0">
              <a:buSzPts val="1200"/>
              <a:buFont typeface="Symbol" panose="05050102010706020507" pitchFamily="18" charset="2"/>
              <a:buChar char="·"/>
            </a:pPr>
            <a:r>
              <a:rPr lang="en-US" sz="1400" b="0" i="0" u="none" strike="noStrike" baseline="0" dirty="0"/>
              <a:t>All Public data fields to be displayed: Certificate #, Certification Type, Effective Date, Expiration Date, Company, Company Contact Email/URL, Product Name, Product Category, Product Type, Product Type Subcategory, Location, Country, External Tag</a:t>
            </a:r>
          </a:p>
          <a:p>
            <a:pPr marR="2000" algn="l" rtl="0">
              <a:buSzPts val="1200"/>
              <a:buFont typeface="Symbol" panose="05050102010706020507" pitchFamily="18" charset="2"/>
              <a:buChar char="·"/>
            </a:pPr>
            <a:r>
              <a:rPr lang="en-US" sz="1400" dirty="0"/>
              <a:t>Need to make sure a unique URL can be created based on search criteria so clients can directly link to DB with just listing of their certifications (SCS does this as you add search criteria). Unique URL per Certification View for direct cert access. </a:t>
            </a:r>
            <a:endParaRPr lang="en-US" sz="1400" b="0" i="0" u="none" strike="noStrike" baseline="0" dirty="0"/>
          </a:p>
          <a:p>
            <a:pPr marR="2000" algn="l" rtl="0">
              <a:buSzPts val="1200"/>
              <a:buFont typeface="Symbol" panose="05050102010706020507" pitchFamily="18" charset="2"/>
              <a:buChar char="·"/>
            </a:pPr>
            <a:r>
              <a:rPr lang="en-US" sz="1400" b="0" i="0" u="none" strike="noStrike" baseline="0" dirty="0"/>
              <a:t>Ability to view # Results</a:t>
            </a:r>
          </a:p>
          <a:p>
            <a:pPr marR="2000" algn="l" rtl="0">
              <a:buSzPts val="1200"/>
              <a:buFont typeface="Symbol" panose="05050102010706020507" pitchFamily="18" charset="2"/>
              <a:buChar char="·"/>
            </a:pPr>
            <a:r>
              <a:rPr lang="en-US" sz="1400" b="0" i="0" u="none" strike="noStrike" baseline="0" dirty="0"/>
              <a:t>Ability to Clear filters</a:t>
            </a:r>
          </a:p>
          <a:p>
            <a:pPr marR="2000" algn="l" rtl="0">
              <a:buSzPts val="1200"/>
              <a:buFont typeface="Symbol" panose="05050102010706020507" pitchFamily="18" charset="2"/>
              <a:buChar char="·"/>
            </a:pPr>
            <a:r>
              <a:rPr lang="en-US" sz="1400" dirty="0"/>
              <a:t>Certification download capability. Ability to download certificate directly from tile via download icon. </a:t>
            </a:r>
          </a:p>
          <a:p>
            <a:pPr marR="2000" algn="l" rtl="0">
              <a:buSzPts val="1200"/>
              <a:buFont typeface="Symbol" panose="05050102010706020507" pitchFamily="18" charset="2"/>
              <a:buChar char="·"/>
            </a:pPr>
            <a:r>
              <a:rPr lang="en-US" sz="1400" b="0" i="0" u="none" strike="noStrike" baseline="0" dirty="0"/>
              <a:t>*Wishlist: The ability to load the table as a user scrolls Lazy loading, rather than have the page control. </a:t>
            </a:r>
            <a:endParaRPr lang="en-US" sz="1400" dirty="0"/>
          </a:p>
        </p:txBody>
      </p:sp>
      <p:sp>
        <p:nvSpPr>
          <p:cNvPr id="4" name="Date Placeholder 3">
            <a:extLst>
              <a:ext uri="{FF2B5EF4-FFF2-40B4-BE49-F238E27FC236}">
                <a16:creationId xmlns:a16="http://schemas.microsoft.com/office/drawing/2014/main" id="{55A8439C-5E4B-2634-BA6D-692023AA54D2}"/>
              </a:ext>
            </a:extLst>
          </p:cNvPr>
          <p:cNvSpPr>
            <a:spLocks noGrp="1"/>
          </p:cNvSpPr>
          <p:nvPr>
            <p:ph type="dt" sz="half" idx="10"/>
          </p:nvPr>
        </p:nvSpPr>
        <p:spPr/>
        <p:txBody>
          <a:bodyPr/>
          <a:lstStyle/>
          <a:p>
            <a:fld id="{FAAB834C-2F9F-4134-A8A6-8D28F07BEAB5}" type="datetime1">
              <a:rPr lang="en-US" smtClean="0"/>
              <a:t>8/10/2025</a:t>
            </a:fld>
            <a:endParaRPr lang="en-US" dirty="0"/>
          </a:p>
        </p:txBody>
      </p:sp>
      <p:sp>
        <p:nvSpPr>
          <p:cNvPr id="5" name="Slide Number Placeholder 4">
            <a:extLst>
              <a:ext uri="{FF2B5EF4-FFF2-40B4-BE49-F238E27FC236}">
                <a16:creationId xmlns:a16="http://schemas.microsoft.com/office/drawing/2014/main" id="{43021164-2771-7367-6CBB-3DB8BC59DBD7}"/>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340608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8DA6-6EEC-C96A-30FD-14BE630A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0FAC-328A-A34F-9D86-21B0B9A8A064}"/>
              </a:ext>
            </a:extLst>
          </p:cNvPr>
          <p:cNvSpPr>
            <a:spLocks noGrp="1"/>
          </p:cNvSpPr>
          <p:nvPr>
            <p:ph type="title"/>
          </p:nvPr>
        </p:nvSpPr>
        <p:spPr>
          <a:xfrm>
            <a:off x="598503" y="193906"/>
            <a:ext cx="10515600" cy="487131"/>
          </a:xfrm>
        </p:spPr>
        <p:txBody>
          <a:bodyPr>
            <a:normAutofit/>
          </a:bodyPr>
          <a:lstStyle/>
          <a:p>
            <a:r>
              <a:rPr lang="en-US" sz="2800" dirty="0"/>
              <a:t>Wireframe Notes – 1.1 – Single Certificate View </a:t>
            </a:r>
          </a:p>
        </p:txBody>
      </p:sp>
      <p:sp>
        <p:nvSpPr>
          <p:cNvPr id="4" name="Date Placeholder 3">
            <a:extLst>
              <a:ext uri="{FF2B5EF4-FFF2-40B4-BE49-F238E27FC236}">
                <a16:creationId xmlns:a16="http://schemas.microsoft.com/office/drawing/2014/main" id="{66B09BDE-E8A8-D379-47E8-710C4316462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80DBAD81-93E4-48CD-4AEC-66F8CE81CF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1323AC92-48B1-AED7-C218-A1161F60363D}"/>
              </a:ext>
            </a:extLst>
          </p:cNvPr>
          <p:cNvSpPr txBox="1"/>
          <p:nvPr/>
        </p:nvSpPr>
        <p:spPr>
          <a:xfrm>
            <a:off x="7959634" y="993817"/>
            <a:ext cx="4070440" cy="1815882"/>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p:txBody>
      </p:sp>
      <p:pic>
        <p:nvPicPr>
          <p:cNvPr id="16" name="Picture 15">
            <a:extLst>
              <a:ext uri="{FF2B5EF4-FFF2-40B4-BE49-F238E27FC236}">
                <a16:creationId xmlns:a16="http://schemas.microsoft.com/office/drawing/2014/main" id="{8252D9FB-BC7D-FB78-5705-A01D8EB34815}"/>
              </a:ext>
            </a:extLst>
          </p:cNvPr>
          <p:cNvPicPr>
            <a:picLocks noChangeAspect="1"/>
          </p:cNvPicPr>
          <p:nvPr/>
        </p:nvPicPr>
        <p:blipFill>
          <a:blip r:embed="rId3"/>
          <a:srcRect b="1521"/>
          <a:stretch>
            <a:fillRect/>
          </a:stretch>
        </p:blipFill>
        <p:spPr>
          <a:xfrm>
            <a:off x="714376" y="681037"/>
            <a:ext cx="6781799" cy="6088518"/>
          </a:xfrm>
          <a:prstGeom prst="rect">
            <a:avLst/>
          </a:prstGeom>
        </p:spPr>
      </p:pic>
    </p:spTree>
    <p:extLst>
      <p:ext uri="{BB962C8B-B14F-4D97-AF65-F5344CB8AC3E}">
        <p14:creationId xmlns:p14="http://schemas.microsoft.com/office/powerpoint/2010/main" val="217953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75A5-185E-A21A-5750-2ABF19A87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FB6C9-DC01-7194-A2A4-5147A5BF39D9}"/>
              </a:ext>
            </a:extLst>
          </p:cNvPr>
          <p:cNvSpPr>
            <a:spLocks noGrp="1"/>
          </p:cNvSpPr>
          <p:nvPr>
            <p:ph type="title"/>
          </p:nvPr>
        </p:nvSpPr>
        <p:spPr>
          <a:xfrm>
            <a:off x="598502" y="193906"/>
            <a:ext cx="11353459" cy="487131"/>
          </a:xfrm>
        </p:spPr>
        <p:txBody>
          <a:bodyPr>
            <a:normAutofit fontScale="90000"/>
          </a:bodyPr>
          <a:lstStyle/>
          <a:p>
            <a:r>
              <a:rPr lang="en-US" sz="2800" dirty="0"/>
              <a:t>Wireframe Notes – 1.1 – Single Certificate View (Mobile/Tablet Views) </a:t>
            </a:r>
          </a:p>
        </p:txBody>
      </p:sp>
      <p:sp>
        <p:nvSpPr>
          <p:cNvPr id="4" name="Date Placeholder 3">
            <a:extLst>
              <a:ext uri="{FF2B5EF4-FFF2-40B4-BE49-F238E27FC236}">
                <a16:creationId xmlns:a16="http://schemas.microsoft.com/office/drawing/2014/main" id="{EC980FC3-2D9C-A9DF-3343-984E19F9F44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D4798A86-2A60-527D-6FF7-B33A7922B5D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32</a:t>
            </a:fld>
            <a:endParaRPr lang="en-US"/>
          </a:p>
        </p:txBody>
      </p:sp>
      <p:pic>
        <p:nvPicPr>
          <p:cNvPr id="13" name="Picture 12">
            <a:extLst>
              <a:ext uri="{FF2B5EF4-FFF2-40B4-BE49-F238E27FC236}">
                <a16:creationId xmlns:a16="http://schemas.microsoft.com/office/drawing/2014/main" id="{6A7C8E0A-38AC-8156-3EF7-71695CAFAEB4}"/>
              </a:ext>
            </a:extLst>
          </p:cNvPr>
          <p:cNvPicPr>
            <a:picLocks noChangeAspect="1"/>
          </p:cNvPicPr>
          <p:nvPr/>
        </p:nvPicPr>
        <p:blipFill>
          <a:blip r:embed="rId3"/>
          <a:stretch>
            <a:fillRect/>
          </a:stretch>
        </p:blipFill>
        <p:spPr>
          <a:xfrm>
            <a:off x="240038" y="681037"/>
            <a:ext cx="922133" cy="6057900"/>
          </a:xfrm>
          <a:prstGeom prst="rect">
            <a:avLst/>
          </a:prstGeom>
        </p:spPr>
      </p:pic>
      <p:pic>
        <p:nvPicPr>
          <p:cNvPr id="17" name="Picture 16">
            <a:extLst>
              <a:ext uri="{FF2B5EF4-FFF2-40B4-BE49-F238E27FC236}">
                <a16:creationId xmlns:a16="http://schemas.microsoft.com/office/drawing/2014/main" id="{AB82E067-3493-FF7C-C180-1B5A432EE46F}"/>
              </a:ext>
            </a:extLst>
          </p:cNvPr>
          <p:cNvPicPr>
            <a:picLocks noChangeAspect="1"/>
          </p:cNvPicPr>
          <p:nvPr/>
        </p:nvPicPr>
        <p:blipFill>
          <a:blip r:embed="rId4"/>
          <a:stretch>
            <a:fillRect/>
          </a:stretch>
        </p:blipFill>
        <p:spPr>
          <a:xfrm>
            <a:off x="1904323" y="681037"/>
            <a:ext cx="1677077" cy="5895975"/>
          </a:xfrm>
          <a:prstGeom prst="rect">
            <a:avLst/>
          </a:prstGeom>
        </p:spPr>
      </p:pic>
      <p:pic>
        <p:nvPicPr>
          <p:cNvPr id="19" name="Picture 18">
            <a:extLst>
              <a:ext uri="{FF2B5EF4-FFF2-40B4-BE49-F238E27FC236}">
                <a16:creationId xmlns:a16="http://schemas.microsoft.com/office/drawing/2014/main" id="{4CB9B481-2885-E871-035F-CD2B71152275}"/>
              </a:ext>
            </a:extLst>
          </p:cNvPr>
          <p:cNvPicPr>
            <a:picLocks noChangeAspect="1"/>
          </p:cNvPicPr>
          <p:nvPr/>
        </p:nvPicPr>
        <p:blipFill>
          <a:blip r:embed="rId5"/>
          <a:stretch>
            <a:fillRect/>
          </a:stretch>
        </p:blipFill>
        <p:spPr>
          <a:xfrm>
            <a:off x="4323552" y="904874"/>
            <a:ext cx="3170459" cy="5610225"/>
          </a:xfrm>
          <a:prstGeom prst="rect">
            <a:avLst/>
          </a:prstGeom>
        </p:spPr>
      </p:pic>
    </p:spTree>
    <p:extLst>
      <p:ext uri="{BB962C8B-B14F-4D97-AF65-F5344CB8AC3E}">
        <p14:creationId xmlns:p14="http://schemas.microsoft.com/office/powerpoint/2010/main" val="3389145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3E-E2CB-007B-B105-8DD1E356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8DD62-99AB-8943-D384-2386D5BE8E2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CBC3F163-90E9-CB3E-659E-17DABAD9C3A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3FF73FD-D141-D7D6-34F0-52FDD020A94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33</a:t>
            </a:fld>
            <a:endParaRPr lang="en-US"/>
          </a:p>
        </p:txBody>
      </p:sp>
      <p:sp>
        <p:nvSpPr>
          <p:cNvPr id="10" name="TextBox 9">
            <a:extLst>
              <a:ext uri="{FF2B5EF4-FFF2-40B4-BE49-F238E27FC236}">
                <a16:creationId xmlns:a16="http://schemas.microsoft.com/office/drawing/2014/main" id="{BAFD4C4A-82BD-8F64-F0A0-410C86099CBA}"/>
              </a:ext>
            </a:extLst>
          </p:cNvPr>
          <p:cNvSpPr txBox="1"/>
          <p:nvPr/>
        </p:nvSpPr>
        <p:spPr>
          <a:xfrm>
            <a:off x="598503" y="874943"/>
            <a:ext cx="3493167" cy="3416320"/>
          </a:xfrm>
          <a:prstGeom prst="rect">
            <a:avLst/>
          </a:prstGeom>
          <a:noFill/>
        </p:spPr>
        <p:txBody>
          <a:bodyPr wrap="square">
            <a:spAutoFit/>
          </a:bodyPr>
          <a:lstStyle/>
          <a:p>
            <a:pPr marR="2000">
              <a:buSzPts val="1200"/>
            </a:pPr>
            <a:r>
              <a:rPr lang="en-US" sz="1200" b="1" dirty="0">
                <a:latin typeface="Century Gothic" panose="020B0502020202020204" pitchFamily="34" charset="0"/>
              </a:rPr>
              <a:t>Notes</a:t>
            </a:r>
            <a:r>
              <a:rPr lang="en-US" sz="1200" dirty="0">
                <a:latin typeface="Century Gothic" panose="020B0502020202020204" pitchFamily="34" charset="0"/>
              </a:rPr>
              <a:t>:</a:t>
            </a:r>
          </a:p>
          <a:p>
            <a:pPr marL="285750" marR="2000" indent="-285750">
              <a:buSzPts val="1200"/>
              <a:buFont typeface="Arial" panose="020B0604020202020204" pitchFamily="34" charset="0"/>
              <a:buChar char="•"/>
            </a:pPr>
            <a:r>
              <a:rPr lang="en-US" sz="1200" dirty="0">
                <a:latin typeface="Century Gothic" panose="020B0502020202020204" pitchFamily="34" charset="0"/>
              </a:rPr>
              <a:t>This is the dashboard reporting page for logged in GCC users (Analyst and Admins).</a:t>
            </a:r>
          </a:p>
          <a:p>
            <a:pPr marL="285750" marR="2000" indent="-285750">
              <a:buSzPts val="1200"/>
              <a:buFont typeface="Arial" panose="020B0604020202020204" pitchFamily="34" charset="0"/>
              <a:buChar char="•"/>
            </a:pPr>
            <a:r>
              <a:rPr lang="en-US" sz="1200" dirty="0">
                <a:latin typeface="Century Gothic" panose="020B0502020202020204" pitchFamily="34" charset="0"/>
              </a:rPr>
              <a:t>Containers represent the required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view designated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Prebuilt Lists to Excel.</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the selected metric to Excel.</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endParaRPr lang="en-US" sz="1200" b="0" i="0" u="none" strike="noStrike" baseline="0" dirty="0">
              <a:latin typeface="Century Gothic" panose="020B0502020202020204" pitchFamily="34" charset="0"/>
            </a:endParaRPr>
          </a:p>
          <a:p>
            <a:r>
              <a:rPr lang="en-US" sz="1200" b="1" dirty="0">
                <a:latin typeface="Century Gothic" panose="020B0502020202020204" pitchFamily="34" charset="0"/>
              </a:rPr>
              <a:t>Other</a:t>
            </a:r>
          </a:p>
          <a:p>
            <a:pPr marL="285750" indent="-285750">
              <a:buFont typeface="Arial" panose="020B0604020202020204" pitchFamily="34" charset="0"/>
              <a:buChar char="•"/>
            </a:pPr>
            <a:r>
              <a:rPr lang="en-US" sz="1200" b="0" i="0" u="none" strike="noStrike" baseline="0" dirty="0">
                <a:latin typeface="Century Gothic" panose="020B0502020202020204" pitchFamily="34" charset="0"/>
              </a:rPr>
              <a:t>Nice to have</a:t>
            </a:r>
            <a:r>
              <a:rPr lang="en-US" sz="1200" dirty="0">
                <a:latin typeface="Century Gothic" panose="020B0502020202020204" pitchFamily="34" charset="0"/>
              </a:rPr>
              <a:t>, not part of scope, would be to have the dashboard available for external users with there specific data. (out of scope) </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p:txBody>
      </p:sp>
      <p:pic>
        <p:nvPicPr>
          <p:cNvPr id="9" name="Picture 8">
            <a:extLst>
              <a:ext uri="{FF2B5EF4-FFF2-40B4-BE49-F238E27FC236}">
                <a16:creationId xmlns:a16="http://schemas.microsoft.com/office/drawing/2014/main" id="{96ADD280-D40B-2570-0373-B1EE57B47BD7}"/>
              </a:ext>
            </a:extLst>
          </p:cNvPr>
          <p:cNvPicPr>
            <a:picLocks noChangeAspect="1"/>
          </p:cNvPicPr>
          <p:nvPr/>
        </p:nvPicPr>
        <p:blipFill>
          <a:blip r:embed="rId3"/>
          <a:stretch>
            <a:fillRect/>
          </a:stretch>
        </p:blipFill>
        <p:spPr>
          <a:xfrm>
            <a:off x="8446703" y="0"/>
            <a:ext cx="3745297" cy="6858000"/>
          </a:xfrm>
          <a:prstGeom prst="rect">
            <a:avLst/>
          </a:prstGeom>
        </p:spPr>
      </p:pic>
    </p:spTree>
    <p:extLst>
      <p:ext uri="{BB962C8B-B14F-4D97-AF65-F5344CB8AC3E}">
        <p14:creationId xmlns:p14="http://schemas.microsoft.com/office/powerpoint/2010/main" val="1274692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ACA-C358-D5E6-30DB-5186D66F8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8FB36-6BB7-BE21-4722-42119C3265E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66892802-21A7-893B-DD8C-5C2748DA6F3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6C8961C5-A8E0-1B99-A749-DA3EE4E3647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34</a:t>
            </a:fld>
            <a:endParaRPr lang="en-US"/>
          </a:p>
        </p:txBody>
      </p:sp>
      <p:pic>
        <p:nvPicPr>
          <p:cNvPr id="12" name="Picture 11">
            <a:extLst>
              <a:ext uri="{FF2B5EF4-FFF2-40B4-BE49-F238E27FC236}">
                <a16:creationId xmlns:a16="http://schemas.microsoft.com/office/drawing/2014/main" id="{4D69FEFD-084B-226D-71B5-543EB333DC78}"/>
              </a:ext>
            </a:extLst>
          </p:cNvPr>
          <p:cNvPicPr>
            <a:picLocks noChangeAspect="1"/>
          </p:cNvPicPr>
          <p:nvPr/>
        </p:nvPicPr>
        <p:blipFill>
          <a:blip r:embed="rId3"/>
          <a:stretch>
            <a:fillRect/>
          </a:stretch>
        </p:blipFill>
        <p:spPr>
          <a:xfrm>
            <a:off x="598503" y="681037"/>
            <a:ext cx="9337153" cy="5915014"/>
          </a:xfrm>
          <a:prstGeom prst="rect">
            <a:avLst/>
          </a:prstGeom>
        </p:spPr>
      </p:pic>
    </p:spTree>
    <p:extLst>
      <p:ext uri="{BB962C8B-B14F-4D97-AF65-F5344CB8AC3E}">
        <p14:creationId xmlns:p14="http://schemas.microsoft.com/office/powerpoint/2010/main" val="2108637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35AB-BBCB-2217-D046-6F0F7AB67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5247D-4865-C30E-3BC5-79F83914BEC4}"/>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D8CB66E8-D896-2589-D0CF-FCB75FAEA5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F01DA21-DA64-DCC3-7981-8EB1DE2D58D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35</a:t>
            </a:fld>
            <a:endParaRPr lang="en-US"/>
          </a:p>
        </p:txBody>
      </p:sp>
      <p:pic>
        <p:nvPicPr>
          <p:cNvPr id="6" name="Picture 5">
            <a:extLst>
              <a:ext uri="{FF2B5EF4-FFF2-40B4-BE49-F238E27FC236}">
                <a16:creationId xmlns:a16="http://schemas.microsoft.com/office/drawing/2014/main" id="{EB51DDBF-B55B-74E2-7425-97BCEAA853D8}"/>
              </a:ext>
            </a:extLst>
          </p:cNvPr>
          <p:cNvPicPr>
            <a:picLocks noChangeAspect="1"/>
          </p:cNvPicPr>
          <p:nvPr/>
        </p:nvPicPr>
        <p:blipFill>
          <a:blip r:embed="rId3"/>
          <a:stretch>
            <a:fillRect/>
          </a:stretch>
        </p:blipFill>
        <p:spPr>
          <a:xfrm>
            <a:off x="419100" y="681037"/>
            <a:ext cx="10315575" cy="5729967"/>
          </a:xfrm>
          <a:prstGeom prst="rect">
            <a:avLst/>
          </a:prstGeom>
        </p:spPr>
      </p:pic>
    </p:spTree>
    <p:extLst>
      <p:ext uri="{BB962C8B-B14F-4D97-AF65-F5344CB8AC3E}">
        <p14:creationId xmlns:p14="http://schemas.microsoft.com/office/powerpoint/2010/main" val="3781088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3832-C0A9-60FD-9458-7F15A4775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A51F-BCF1-470C-5A2E-D85D75D4D5B0}"/>
              </a:ext>
            </a:extLst>
          </p:cNvPr>
          <p:cNvSpPr>
            <a:spLocks noGrp="1"/>
          </p:cNvSpPr>
          <p:nvPr>
            <p:ph type="title"/>
          </p:nvPr>
        </p:nvSpPr>
        <p:spPr>
          <a:xfrm>
            <a:off x="598503" y="193906"/>
            <a:ext cx="10515600" cy="487131"/>
          </a:xfrm>
        </p:spPr>
        <p:txBody>
          <a:bodyPr>
            <a:normAutofit/>
          </a:bodyPr>
          <a:lstStyle/>
          <a:p>
            <a:r>
              <a:rPr lang="en-US" sz="2800" dirty="0"/>
              <a:t>Wireframe Notes – 2.0 – Dashboard (Mobile/Tablet)</a:t>
            </a:r>
          </a:p>
        </p:txBody>
      </p:sp>
      <p:sp>
        <p:nvSpPr>
          <p:cNvPr id="4" name="Date Placeholder 3">
            <a:extLst>
              <a:ext uri="{FF2B5EF4-FFF2-40B4-BE49-F238E27FC236}">
                <a16:creationId xmlns:a16="http://schemas.microsoft.com/office/drawing/2014/main" id="{475051A2-71B4-EAE2-8561-E2A6E67CC02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E0D76EFC-F088-5F28-C232-AC1A378C6CC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36</a:t>
            </a:fld>
            <a:endParaRPr lang="en-US"/>
          </a:p>
        </p:txBody>
      </p:sp>
      <p:pic>
        <p:nvPicPr>
          <p:cNvPr id="8" name="Picture 7">
            <a:extLst>
              <a:ext uri="{FF2B5EF4-FFF2-40B4-BE49-F238E27FC236}">
                <a16:creationId xmlns:a16="http://schemas.microsoft.com/office/drawing/2014/main" id="{36CA98B8-8B88-7193-C87B-EEF4E7D02EEE}"/>
              </a:ext>
            </a:extLst>
          </p:cNvPr>
          <p:cNvPicPr>
            <a:picLocks noChangeAspect="1"/>
          </p:cNvPicPr>
          <p:nvPr/>
        </p:nvPicPr>
        <p:blipFill>
          <a:blip r:embed="rId3"/>
          <a:stretch>
            <a:fillRect/>
          </a:stretch>
        </p:blipFill>
        <p:spPr>
          <a:xfrm>
            <a:off x="10461476" y="207988"/>
            <a:ext cx="1730524" cy="6650012"/>
          </a:xfrm>
          <a:prstGeom prst="rect">
            <a:avLst/>
          </a:prstGeom>
        </p:spPr>
      </p:pic>
      <p:pic>
        <p:nvPicPr>
          <p:cNvPr id="11" name="Picture 10">
            <a:extLst>
              <a:ext uri="{FF2B5EF4-FFF2-40B4-BE49-F238E27FC236}">
                <a16:creationId xmlns:a16="http://schemas.microsoft.com/office/drawing/2014/main" id="{E21712EF-D705-268C-99A8-3BB59181557E}"/>
              </a:ext>
            </a:extLst>
          </p:cNvPr>
          <p:cNvPicPr>
            <a:picLocks noChangeAspect="1"/>
          </p:cNvPicPr>
          <p:nvPr/>
        </p:nvPicPr>
        <p:blipFill>
          <a:blip r:embed="rId4"/>
          <a:srcRect l="-2189" b="80095"/>
          <a:stretch>
            <a:fillRect/>
          </a:stretch>
        </p:blipFill>
        <p:spPr>
          <a:xfrm>
            <a:off x="524848" y="846930"/>
            <a:ext cx="1863328" cy="5874545"/>
          </a:xfrm>
          <a:prstGeom prst="rect">
            <a:avLst/>
          </a:prstGeom>
        </p:spPr>
      </p:pic>
      <p:pic>
        <p:nvPicPr>
          <p:cNvPr id="14" name="Picture 13">
            <a:extLst>
              <a:ext uri="{FF2B5EF4-FFF2-40B4-BE49-F238E27FC236}">
                <a16:creationId xmlns:a16="http://schemas.microsoft.com/office/drawing/2014/main" id="{C504DC40-A056-C4C4-F6E6-D0BE5047ECAE}"/>
              </a:ext>
            </a:extLst>
          </p:cNvPr>
          <p:cNvPicPr>
            <a:picLocks noChangeAspect="1"/>
          </p:cNvPicPr>
          <p:nvPr/>
        </p:nvPicPr>
        <p:blipFill>
          <a:blip r:embed="rId5"/>
          <a:srcRect b="62682"/>
          <a:stretch>
            <a:fillRect/>
          </a:stretch>
        </p:blipFill>
        <p:spPr>
          <a:xfrm>
            <a:off x="4967948" y="1027231"/>
            <a:ext cx="1776710" cy="5329119"/>
          </a:xfrm>
          <a:prstGeom prst="rect">
            <a:avLst/>
          </a:prstGeom>
        </p:spPr>
      </p:pic>
      <p:pic>
        <p:nvPicPr>
          <p:cNvPr id="15" name="Picture 14">
            <a:extLst>
              <a:ext uri="{FF2B5EF4-FFF2-40B4-BE49-F238E27FC236}">
                <a16:creationId xmlns:a16="http://schemas.microsoft.com/office/drawing/2014/main" id="{2B929910-CAB5-F356-E4B9-8314AE71E7C9}"/>
              </a:ext>
            </a:extLst>
          </p:cNvPr>
          <p:cNvPicPr>
            <a:picLocks noChangeAspect="1"/>
          </p:cNvPicPr>
          <p:nvPr/>
        </p:nvPicPr>
        <p:blipFill>
          <a:blip r:embed="rId5"/>
          <a:srcRect t="56806"/>
          <a:stretch>
            <a:fillRect/>
          </a:stretch>
        </p:blipFill>
        <p:spPr>
          <a:xfrm>
            <a:off x="7450618" y="903874"/>
            <a:ext cx="1650833" cy="5731288"/>
          </a:xfrm>
          <a:prstGeom prst="rect">
            <a:avLst/>
          </a:prstGeom>
        </p:spPr>
      </p:pic>
      <p:pic>
        <p:nvPicPr>
          <p:cNvPr id="16" name="Picture 15">
            <a:extLst>
              <a:ext uri="{FF2B5EF4-FFF2-40B4-BE49-F238E27FC236}">
                <a16:creationId xmlns:a16="http://schemas.microsoft.com/office/drawing/2014/main" id="{F2B38683-20DE-B20C-A0ED-52CC9DECCC81}"/>
              </a:ext>
            </a:extLst>
          </p:cNvPr>
          <p:cNvPicPr>
            <a:picLocks noChangeAspect="1"/>
          </p:cNvPicPr>
          <p:nvPr/>
        </p:nvPicPr>
        <p:blipFill>
          <a:blip r:embed="rId4"/>
          <a:srcRect l="-2471" t="34208" r="284" b="43724"/>
          <a:stretch>
            <a:fillRect/>
          </a:stretch>
        </p:blipFill>
        <p:spPr>
          <a:xfrm>
            <a:off x="2701528" y="846930"/>
            <a:ext cx="1680675" cy="5874545"/>
          </a:xfrm>
          <a:prstGeom prst="rect">
            <a:avLst/>
          </a:prstGeom>
        </p:spPr>
      </p:pic>
    </p:spTree>
    <p:extLst>
      <p:ext uri="{BB962C8B-B14F-4D97-AF65-F5344CB8AC3E}">
        <p14:creationId xmlns:p14="http://schemas.microsoft.com/office/powerpoint/2010/main" val="2585810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CFB-95FF-9A0C-169B-4AC2A267361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BE1F745-16A8-7E5D-9050-172A50D3DB33}"/>
              </a:ext>
            </a:extLst>
          </p:cNvPr>
          <p:cNvPicPr>
            <a:picLocks noChangeAspect="1"/>
          </p:cNvPicPr>
          <p:nvPr/>
        </p:nvPicPr>
        <p:blipFill>
          <a:blip r:embed="rId3"/>
          <a:stretch>
            <a:fillRect/>
          </a:stretch>
        </p:blipFill>
        <p:spPr>
          <a:xfrm>
            <a:off x="881609" y="782425"/>
            <a:ext cx="4855084" cy="5394538"/>
          </a:xfrm>
          <a:prstGeom prst="rect">
            <a:avLst/>
          </a:prstGeom>
          <a:noFill/>
        </p:spPr>
      </p:pic>
      <p:sp>
        <p:nvSpPr>
          <p:cNvPr id="8" name="TextBox 7">
            <a:extLst>
              <a:ext uri="{FF2B5EF4-FFF2-40B4-BE49-F238E27FC236}">
                <a16:creationId xmlns:a16="http://schemas.microsoft.com/office/drawing/2014/main" id="{849B7032-5B37-2B1C-D6B4-668EE36DD067}"/>
              </a:ext>
            </a:extLst>
          </p:cNvPr>
          <p:cNvSpPr txBox="1"/>
          <p:nvPr/>
        </p:nvSpPr>
        <p:spPr>
          <a:xfrm>
            <a:off x="5932503" y="782425"/>
            <a:ext cx="5421297" cy="5394538"/>
          </a:xfrm>
          <a:prstGeom prst="rect">
            <a:avLst/>
          </a:prstGeom>
        </p:spPr>
        <p:txBody>
          <a:bodyPr vert="horz" lIns="91440" tIns="45720" rIns="91440" bIns="45720" rtlCol="0">
            <a:normAutofit/>
          </a:bodyPr>
          <a:lstStyle/>
          <a:p>
            <a:pPr marL="228600" marR="2000" indent="-228600">
              <a:lnSpc>
                <a:spcPct val="90000"/>
              </a:lnSpc>
              <a:spcBef>
                <a:spcPts val="1000"/>
              </a:spcBef>
              <a:buSzPts val="1200"/>
              <a:buFont typeface="Arial" panose="020B0604020202020204" pitchFamily="34" charset="0"/>
              <a:buChar char="•"/>
            </a:pPr>
            <a:r>
              <a:rPr lang="en-US" sz="1100" b="1">
                <a:latin typeface="Century Gothic" panose="020B0502020202020204" pitchFamily="34" charset="0"/>
              </a:rPr>
              <a:t>Notes</a:t>
            </a:r>
            <a:r>
              <a:rPr lang="en-US" sz="1100">
                <a:latin typeface="Century Gothic" panose="020B0502020202020204" pitchFamily="34" charset="0"/>
              </a:rPr>
              <a:t>:</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Wireframe updated for infinite scrolling instead of pagination.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Add Certificates will only be available for Analyst and Admin users.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Edit/Delete Certificate will only be available for Analyst and Admin users.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Ability to toggle between List and Tile views.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The Tile view will display the same as 1.0 Certificate view.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List Sort by will allows users to sort on any column. </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100" b="1" i="0" u="none" strike="sngStrike" baseline="0">
                <a:latin typeface="Century Gothic" panose="020B0502020202020204" pitchFamily="34" charset="0"/>
              </a:rPr>
              <a:t>Certificate Upload, Record Created Date, Record Last Updated Date, Preview</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2 types of External Users</a:t>
            </a:r>
          </a:p>
          <a:p>
            <a:pPr marL="228600" marR="2000" lvl="1"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Customers (accounted for here)</a:t>
            </a:r>
          </a:p>
          <a:p>
            <a:pPr marL="228600" marR="2000" lvl="1"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Partners (where they will have access across companies for products that are part of their program only – for example Amazon CPF clients/certs) (Need Clarification)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Defaults to List View</a:t>
            </a:r>
          </a:p>
          <a:p>
            <a:pPr marL="228600" marR="2000" indent="-228600">
              <a:lnSpc>
                <a:spcPct val="90000"/>
              </a:lnSpc>
              <a:spcBef>
                <a:spcPts val="1000"/>
              </a:spcBef>
              <a:buSzPts val="1200"/>
              <a:buFont typeface="Arial" panose="020B0604020202020204" pitchFamily="34" charset="0"/>
              <a:buChar char="•"/>
            </a:pPr>
            <a:endParaRPr lang="en-US" sz="1100">
              <a:latin typeface="Century Gothic" panose="020B0502020202020204" pitchFamily="34" charset="0"/>
            </a:endParaRPr>
          </a:p>
        </p:txBody>
      </p:sp>
      <p:sp>
        <p:nvSpPr>
          <p:cNvPr id="4" name="Date Placeholder 3">
            <a:extLst>
              <a:ext uri="{FF2B5EF4-FFF2-40B4-BE49-F238E27FC236}">
                <a16:creationId xmlns:a16="http://schemas.microsoft.com/office/drawing/2014/main" id="{C7651448-72A6-43CF-37AB-CC6E467406CC}"/>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B748E5B-1494-BD0E-4D8A-3AF79FA7812C}"/>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37</a:t>
            </a:fld>
            <a:endParaRPr lang="en-US"/>
          </a:p>
        </p:txBody>
      </p:sp>
      <p:sp>
        <p:nvSpPr>
          <p:cNvPr id="2" name="Title 1">
            <a:extLst>
              <a:ext uri="{FF2B5EF4-FFF2-40B4-BE49-F238E27FC236}">
                <a16:creationId xmlns:a16="http://schemas.microsoft.com/office/drawing/2014/main" id="{E1D25653-433B-5234-E898-2C23050C4A75}"/>
              </a:ext>
            </a:extLst>
          </p:cNvPr>
          <p:cNvSpPr>
            <a:spLocks noGrp="1"/>
          </p:cNvSpPr>
          <p:nvPr>
            <p:ph type="title"/>
          </p:nvPr>
        </p:nvSpPr>
        <p:spPr>
          <a:xfrm>
            <a:off x="598503" y="193906"/>
            <a:ext cx="10515600" cy="487131"/>
          </a:xfrm>
        </p:spPr>
        <p:txBody>
          <a:bodyPr>
            <a:normAutofit/>
          </a:bodyPr>
          <a:lstStyle/>
          <a:p>
            <a:r>
              <a:rPr lang="en-US" sz="2800" kern="1200">
                <a:latin typeface="Century Gothic" panose="020B0502020202020204" pitchFamily="34" charset="0"/>
                <a:ea typeface="+mj-ea"/>
                <a:cs typeface="+mj-cs"/>
              </a:rPr>
              <a:t>Wireframe Notes – 3.0 – Certificate List (External)</a:t>
            </a:r>
          </a:p>
        </p:txBody>
      </p:sp>
    </p:spTree>
    <p:extLst>
      <p:ext uri="{BB962C8B-B14F-4D97-AF65-F5344CB8AC3E}">
        <p14:creationId xmlns:p14="http://schemas.microsoft.com/office/powerpoint/2010/main" val="215740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11711-FA81-7589-6E78-AF87E1C18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486FB-5CC0-A2AF-5585-25A0274EF721}"/>
              </a:ext>
            </a:extLst>
          </p:cNvPr>
          <p:cNvSpPr>
            <a:spLocks noGrp="1"/>
          </p:cNvSpPr>
          <p:nvPr>
            <p:ph type="title"/>
          </p:nvPr>
        </p:nvSpPr>
        <p:spPr>
          <a:xfrm>
            <a:off x="598503" y="193906"/>
            <a:ext cx="10515600" cy="487131"/>
          </a:xfrm>
        </p:spPr>
        <p:txBody>
          <a:bodyPr>
            <a:normAutofit/>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FA74C52E-BB39-3864-5A73-CFF2901E906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DE33CE94-CCFF-7B81-CA93-1196A210E2B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38</a:t>
            </a:fld>
            <a:endParaRPr lang="en-US"/>
          </a:p>
        </p:txBody>
      </p:sp>
      <p:pic>
        <p:nvPicPr>
          <p:cNvPr id="6" name="Picture 5">
            <a:extLst>
              <a:ext uri="{FF2B5EF4-FFF2-40B4-BE49-F238E27FC236}">
                <a16:creationId xmlns:a16="http://schemas.microsoft.com/office/drawing/2014/main" id="{AB3A4583-DC96-C8ED-8592-686570FD3DA8}"/>
              </a:ext>
            </a:extLst>
          </p:cNvPr>
          <p:cNvPicPr>
            <a:picLocks noChangeAspect="1"/>
          </p:cNvPicPr>
          <p:nvPr/>
        </p:nvPicPr>
        <p:blipFill>
          <a:blip r:embed="rId3"/>
          <a:srcRect b="24978"/>
          <a:stretch>
            <a:fillRect/>
          </a:stretch>
        </p:blipFill>
        <p:spPr>
          <a:xfrm>
            <a:off x="730785" y="681037"/>
            <a:ext cx="6844762" cy="6176963"/>
          </a:xfrm>
          <a:prstGeom prst="rect">
            <a:avLst/>
          </a:prstGeom>
        </p:spPr>
      </p:pic>
      <p:pic>
        <p:nvPicPr>
          <p:cNvPr id="9" name="Picture 8">
            <a:extLst>
              <a:ext uri="{FF2B5EF4-FFF2-40B4-BE49-F238E27FC236}">
                <a16:creationId xmlns:a16="http://schemas.microsoft.com/office/drawing/2014/main" id="{7689198D-B255-7911-B95A-87006D7A20AA}"/>
              </a:ext>
            </a:extLst>
          </p:cNvPr>
          <p:cNvPicPr>
            <a:picLocks noChangeAspect="1"/>
          </p:cNvPicPr>
          <p:nvPr/>
        </p:nvPicPr>
        <p:blipFill>
          <a:blip r:embed="rId4"/>
          <a:stretch>
            <a:fillRect/>
          </a:stretch>
        </p:blipFill>
        <p:spPr>
          <a:xfrm>
            <a:off x="7707829" y="1254784"/>
            <a:ext cx="4195150" cy="5029468"/>
          </a:xfrm>
          <a:prstGeom prst="rect">
            <a:avLst/>
          </a:prstGeom>
        </p:spPr>
      </p:pic>
    </p:spTree>
    <p:extLst>
      <p:ext uri="{BB962C8B-B14F-4D97-AF65-F5344CB8AC3E}">
        <p14:creationId xmlns:p14="http://schemas.microsoft.com/office/powerpoint/2010/main" val="17634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227C2-20B1-CAB7-12BB-F6B4477D9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A446A-70B4-070C-2FF4-01221AFCDA46}"/>
              </a:ext>
            </a:extLst>
          </p:cNvPr>
          <p:cNvSpPr>
            <a:spLocks noGrp="1"/>
          </p:cNvSpPr>
          <p:nvPr>
            <p:ph type="title"/>
          </p:nvPr>
        </p:nvSpPr>
        <p:spPr>
          <a:xfrm>
            <a:off x="598503" y="193906"/>
            <a:ext cx="4548263" cy="487131"/>
          </a:xfrm>
        </p:spPr>
        <p:txBody>
          <a:bodyPr>
            <a:normAutofit fontScale="90000"/>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407A0357-FDA6-C7D8-CE0E-8E21E8F4C1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13F0D59-F1C6-C764-FB3A-3E06AF7DD67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39</a:t>
            </a:fld>
            <a:endParaRPr lang="en-US"/>
          </a:p>
        </p:txBody>
      </p:sp>
      <p:pic>
        <p:nvPicPr>
          <p:cNvPr id="7" name="Picture 6">
            <a:extLst>
              <a:ext uri="{FF2B5EF4-FFF2-40B4-BE49-F238E27FC236}">
                <a16:creationId xmlns:a16="http://schemas.microsoft.com/office/drawing/2014/main" id="{67565BF9-10DD-2EF6-25A3-0DC08D3A966A}"/>
              </a:ext>
            </a:extLst>
          </p:cNvPr>
          <p:cNvPicPr>
            <a:picLocks noChangeAspect="1"/>
          </p:cNvPicPr>
          <p:nvPr/>
        </p:nvPicPr>
        <p:blipFill>
          <a:blip r:embed="rId3"/>
          <a:stretch>
            <a:fillRect/>
          </a:stretch>
        </p:blipFill>
        <p:spPr>
          <a:xfrm>
            <a:off x="6096000" y="0"/>
            <a:ext cx="6022342" cy="6858000"/>
          </a:xfrm>
          <a:prstGeom prst="rect">
            <a:avLst/>
          </a:prstGeom>
        </p:spPr>
      </p:pic>
    </p:spTree>
    <p:extLst>
      <p:ext uri="{BB962C8B-B14F-4D97-AF65-F5344CB8AC3E}">
        <p14:creationId xmlns:p14="http://schemas.microsoft.com/office/powerpoint/2010/main" val="2422813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8363-1BC8-17A2-308A-3239DBE15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ABE33-15AB-F0BD-6BA7-7B06B3E560DB}"/>
              </a:ext>
            </a:extLst>
          </p:cNvPr>
          <p:cNvSpPr>
            <a:spLocks noGrp="1"/>
          </p:cNvSpPr>
          <p:nvPr>
            <p:ph type="title"/>
          </p:nvPr>
        </p:nvSpPr>
        <p:spPr/>
        <p:txBody>
          <a:bodyPr/>
          <a:lstStyle/>
          <a:p>
            <a:r>
              <a:rPr lang="en-US" sz="2800" dirty="0"/>
              <a:t>Wireframe Notes – 3.0 – Certificates List (External)(Samples)</a:t>
            </a:r>
          </a:p>
        </p:txBody>
      </p:sp>
      <p:sp>
        <p:nvSpPr>
          <p:cNvPr id="3" name="Content Placeholder 2">
            <a:extLst>
              <a:ext uri="{FF2B5EF4-FFF2-40B4-BE49-F238E27FC236}">
                <a16:creationId xmlns:a16="http://schemas.microsoft.com/office/drawing/2014/main" id="{C958CCF9-4296-9E9E-0FD9-BBC67F43188D}"/>
              </a:ext>
            </a:extLst>
          </p:cNvPr>
          <p:cNvSpPr>
            <a:spLocks noGrp="1"/>
          </p:cNvSpPr>
          <p:nvPr>
            <p:ph idx="1"/>
          </p:nvPr>
        </p:nvSpPr>
        <p:spPr>
          <a:xfrm>
            <a:off x="598503" y="868054"/>
            <a:ext cx="11053565" cy="487131"/>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Handling a large amount of ASINS Options</a:t>
            </a:r>
            <a:br>
              <a:rPr lang="en-US" sz="1400" b="0" i="0" u="none" strike="noStrike" baseline="0" dirty="0">
                <a:solidFill>
                  <a:srgbClr val="606771"/>
                </a:solidFill>
              </a:rPr>
            </a:br>
            <a:endParaRPr lang="en-US" sz="1400" b="0" i="0" u="none" strike="noStrike" baseline="0" dirty="0">
              <a:solidFill>
                <a:srgbClr val="606771"/>
              </a:solidFill>
            </a:endParaRPr>
          </a:p>
          <a:p>
            <a:pPr marR="2000" algn="l" rtl="0">
              <a:buSzPts val="1200"/>
              <a:buFont typeface="Symbol" panose="05050102010706020507" pitchFamily="18" charset="2"/>
              <a:buChar char="·"/>
            </a:pPr>
            <a:endParaRPr lang="en-US" sz="1400" dirty="0"/>
          </a:p>
        </p:txBody>
      </p:sp>
      <p:sp>
        <p:nvSpPr>
          <p:cNvPr id="4" name="Date Placeholder 3">
            <a:extLst>
              <a:ext uri="{FF2B5EF4-FFF2-40B4-BE49-F238E27FC236}">
                <a16:creationId xmlns:a16="http://schemas.microsoft.com/office/drawing/2014/main" id="{10CAA500-1B5B-1ABC-4083-D57222A62554}"/>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5F89CA10-F307-4F1F-1925-1349F32328D7}"/>
              </a:ext>
            </a:extLst>
          </p:cNvPr>
          <p:cNvSpPr>
            <a:spLocks noGrp="1"/>
          </p:cNvSpPr>
          <p:nvPr>
            <p:ph type="sldNum" sz="quarter" idx="12"/>
          </p:nvPr>
        </p:nvSpPr>
        <p:spPr/>
        <p:txBody>
          <a:bodyPr/>
          <a:lstStyle/>
          <a:p>
            <a:fld id="{330EA680-D336-4FF7-8B7A-9848BB0A1C32}" type="slidenum">
              <a:rPr lang="en-US" smtClean="0"/>
              <a:t>40</a:t>
            </a:fld>
            <a:endParaRPr lang="en-US"/>
          </a:p>
        </p:txBody>
      </p:sp>
      <p:pic>
        <p:nvPicPr>
          <p:cNvPr id="7" name="Picture 6">
            <a:extLst>
              <a:ext uri="{FF2B5EF4-FFF2-40B4-BE49-F238E27FC236}">
                <a16:creationId xmlns:a16="http://schemas.microsoft.com/office/drawing/2014/main" id="{395BD37C-7152-1053-29A0-E96C374B4414}"/>
              </a:ext>
            </a:extLst>
          </p:cNvPr>
          <p:cNvPicPr>
            <a:picLocks noChangeAspect="1"/>
          </p:cNvPicPr>
          <p:nvPr/>
        </p:nvPicPr>
        <p:blipFill>
          <a:blip r:embed="rId4"/>
          <a:stretch>
            <a:fillRect/>
          </a:stretch>
        </p:blipFill>
        <p:spPr>
          <a:xfrm>
            <a:off x="675873" y="1288875"/>
            <a:ext cx="11261359" cy="1654629"/>
          </a:xfrm>
          <a:prstGeom prst="rect">
            <a:avLst/>
          </a:prstGeom>
        </p:spPr>
      </p:pic>
      <p:pic>
        <p:nvPicPr>
          <p:cNvPr id="9" name="Picture 8">
            <a:extLst>
              <a:ext uri="{FF2B5EF4-FFF2-40B4-BE49-F238E27FC236}">
                <a16:creationId xmlns:a16="http://schemas.microsoft.com/office/drawing/2014/main" id="{9B9CB6DB-E666-9617-EE94-25D13327A21B}"/>
              </a:ext>
            </a:extLst>
          </p:cNvPr>
          <p:cNvPicPr>
            <a:picLocks noChangeAspect="1"/>
          </p:cNvPicPr>
          <p:nvPr/>
        </p:nvPicPr>
        <p:blipFill>
          <a:blip r:embed="rId5"/>
          <a:stretch>
            <a:fillRect/>
          </a:stretch>
        </p:blipFill>
        <p:spPr>
          <a:xfrm>
            <a:off x="748937" y="3124200"/>
            <a:ext cx="11053565" cy="2059470"/>
          </a:xfrm>
          <a:prstGeom prst="rect">
            <a:avLst/>
          </a:prstGeom>
        </p:spPr>
      </p:pic>
      <p:sp>
        <p:nvSpPr>
          <p:cNvPr id="11" name="TextBox 10">
            <a:extLst>
              <a:ext uri="{FF2B5EF4-FFF2-40B4-BE49-F238E27FC236}">
                <a16:creationId xmlns:a16="http://schemas.microsoft.com/office/drawing/2014/main" id="{73B8C4ED-DC89-BB06-2096-E36E111F4ED8}"/>
              </a:ext>
            </a:extLst>
          </p:cNvPr>
          <p:cNvSpPr txBox="1"/>
          <p:nvPr/>
        </p:nvSpPr>
        <p:spPr>
          <a:xfrm>
            <a:off x="210551" y="5417631"/>
            <a:ext cx="9499506" cy="646331"/>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200" b="1" dirty="0">
                <a:solidFill>
                  <a:srgbClr val="C00000"/>
                </a:solidFill>
                <a:latin typeface="Century Gothic" panose="020B0502020202020204" pitchFamily="34" charset="0"/>
              </a:rPr>
              <a:t>Pending Decision: </a:t>
            </a:r>
            <a:r>
              <a:rPr lang="en-US" sz="1200" dirty="0">
                <a:solidFill>
                  <a:srgbClr val="C00000"/>
                </a:solidFill>
                <a:latin typeface="Century Gothic" panose="020B0502020202020204" pitchFamily="34" charset="0"/>
              </a:rPr>
              <a:t>Discuss how would you handle where there are thousands of ASINs under a certificate. </a:t>
            </a:r>
          </a:p>
          <a:p>
            <a:pPr marL="1200150" marR="2000" lvl="2" indent="-285750">
              <a:buSzPts val="1200"/>
              <a:buFont typeface="Arial" panose="020B0604020202020204" pitchFamily="34" charset="0"/>
              <a:buChar char="•"/>
            </a:pPr>
            <a:r>
              <a:rPr lang="en-US" sz="1200" dirty="0">
                <a:solidFill>
                  <a:srgbClr val="C00000"/>
                </a:solidFill>
                <a:latin typeface="Century Gothic" panose="020B0502020202020204" pitchFamily="34" charset="0"/>
              </a:rPr>
              <a:t>May need to give Products page access to external users because listing here would not be realistic. In which case there would not be a column for this, UPC, etc. </a:t>
            </a:r>
          </a:p>
        </p:txBody>
      </p:sp>
    </p:spTree>
    <p:extLst>
      <p:ext uri="{BB962C8B-B14F-4D97-AF65-F5344CB8AC3E}">
        <p14:creationId xmlns:p14="http://schemas.microsoft.com/office/powerpoint/2010/main" val="3264215488"/>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973A-18A2-FCC0-93AC-E0D7F10F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173A-1A25-B7D4-DF5E-488E583DFA1F}"/>
              </a:ext>
            </a:extLst>
          </p:cNvPr>
          <p:cNvSpPr>
            <a:spLocks noGrp="1"/>
          </p:cNvSpPr>
          <p:nvPr>
            <p:ph type="title"/>
          </p:nvPr>
        </p:nvSpPr>
        <p:spPr>
          <a:xfrm>
            <a:off x="598503" y="193906"/>
            <a:ext cx="4183047"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B528310E-80FB-3306-92F2-1EC43C06E82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90FAE7F1-F179-2FED-B777-E33AE940B83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41</a:t>
            </a:fld>
            <a:endParaRPr lang="en-US"/>
          </a:p>
        </p:txBody>
      </p:sp>
      <p:sp>
        <p:nvSpPr>
          <p:cNvPr id="6" name="TextBox 5">
            <a:extLst>
              <a:ext uri="{FF2B5EF4-FFF2-40B4-BE49-F238E27FC236}">
                <a16:creationId xmlns:a16="http://schemas.microsoft.com/office/drawing/2014/main" id="{0B0378F0-32BC-84F4-3A90-B85D25CF4CD0}"/>
              </a:ext>
            </a:extLst>
          </p:cNvPr>
          <p:cNvSpPr txBox="1"/>
          <p:nvPr/>
        </p:nvSpPr>
        <p:spPr>
          <a:xfrm>
            <a:off x="147531" y="1437173"/>
            <a:ext cx="4902644" cy="2492990"/>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200" b="1" i="0" u="none" strike="sngStrike" baseline="0" dirty="0">
                <a:solidFill>
                  <a:srgbClr val="606771"/>
                </a:solidFill>
                <a:latin typeface="Segoe UI" panose="020B0502040204020203" pitchFamily="34" charset="0"/>
              </a:rPr>
              <a:t>Certificate Upload, Record Created Date, Record Last Updated Date, Preview.</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Verification URL: displayed at bottom of page to enable </a:t>
            </a:r>
          </a:p>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Certificate View will load in a new tab.</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CSF Attribute will only show when it is selected for a certification. (The field will not be required on the certificate create page)</a:t>
            </a:r>
          </a:p>
          <a:p>
            <a:pPr marL="285750" marR="2000" indent="-285750">
              <a:buSzPts val="1200"/>
              <a:buFont typeface="Arial" panose="020B0604020202020204" pitchFamily="34" charset="0"/>
              <a:buChar char="•"/>
            </a:pPr>
            <a:r>
              <a:rPr lang="en-US" sz="1200" b="1" i="0" u="none" strike="noStrike" baseline="0" dirty="0">
                <a:solidFill>
                  <a:srgbClr val="606771"/>
                </a:solidFill>
                <a:latin typeface="Segoe UI" panose="020B0502040204020203" pitchFamily="34" charset="0"/>
              </a:rPr>
              <a:t>Record Information will only be available for Analyst and Admin</a:t>
            </a:r>
          </a:p>
        </p:txBody>
      </p:sp>
      <p:pic>
        <p:nvPicPr>
          <p:cNvPr id="11" name="Picture 10">
            <a:extLst>
              <a:ext uri="{FF2B5EF4-FFF2-40B4-BE49-F238E27FC236}">
                <a16:creationId xmlns:a16="http://schemas.microsoft.com/office/drawing/2014/main" id="{E6451C72-48D8-BD5D-6385-C2A7226E848B}"/>
              </a:ext>
            </a:extLst>
          </p:cNvPr>
          <p:cNvPicPr>
            <a:picLocks noChangeAspect="1"/>
          </p:cNvPicPr>
          <p:nvPr/>
        </p:nvPicPr>
        <p:blipFill>
          <a:blip r:embed="rId3"/>
          <a:stretch>
            <a:fillRect/>
          </a:stretch>
        </p:blipFill>
        <p:spPr>
          <a:xfrm>
            <a:off x="5050175" y="0"/>
            <a:ext cx="7120850" cy="6858000"/>
          </a:xfrm>
          <a:prstGeom prst="rect">
            <a:avLst/>
          </a:prstGeom>
        </p:spPr>
      </p:pic>
    </p:spTree>
    <p:extLst>
      <p:ext uri="{BB962C8B-B14F-4D97-AF65-F5344CB8AC3E}">
        <p14:creationId xmlns:p14="http://schemas.microsoft.com/office/powerpoint/2010/main" val="1152932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FA41-6D0C-59D0-1F0A-BC63B52F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C1EA8-52D7-633E-E459-98CA628D023E}"/>
              </a:ext>
            </a:extLst>
          </p:cNvPr>
          <p:cNvSpPr>
            <a:spLocks noGrp="1"/>
          </p:cNvSpPr>
          <p:nvPr>
            <p:ph type="title"/>
          </p:nvPr>
        </p:nvSpPr>
        <p:spPr>
          <a:xfrm>
            <a:off x="598504" y="193906"/>
            <a:ext cx="2554272"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89A45F05-0100-A31F-3C11-E8B30F4D50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6C7C75A9-F75D-4BDD-41D5-943220367CE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42</a:t>
            </a:fld>
            <a:endParaRPr lang="en-US"/>
          </a:p>
        </p:txBody>
      </p:sp>
      <p:pic>
        <p:nvPicPr>
          <p:cNvPr id="7" name="Picture 6">
            <a:extLst>
              <a:ext uri="{FF2B5EF4-FFF2-40B4-BE49-F238E27FC236}">
                <a16:creationId xmlns:a16="http://schemas.microsoft.com/office/drawing/2014/main" id="{128C9D9D-82DB-45C6-07D7-9126AF49FD1D}"/>
              </a:ext>
            </a:extLst>
          </p:cNvPr>
          <p:cNvPicPr>
            <a:picLocks noChangeAspect="1"/>
          </p:cNvPicPr>
          <p:nvPr/>
        </p:nvPicPr>
        <p:blipFill>
          <a:blip r:embed="rId3"/>
          <a:stretch>
            <a:fillRect/>
          </a:stretch>
        </p:blipFill>
        <p:spPr>
          <a:xfrm>
            <a:off x="3350859" y="136525"/>
            <a:ext cx="8653301" cy="6680158"/>
          </a:xfrm>
          <a:prstGeom prst="rect">
            <a:avLst/>
          </a:prstGeom>
        </p:spPr>
      </p:pic>
    </p:spTree>
    <p:extLst>
      <p:ext uri="{BB962C8B-B14F-4D97-AF65-F5344CB8AC3E}">
        <p14:creationId xmlns:p14="http://schemas.microsoft.com/office/powerpoint/2010/main" val="2843620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F684-04B9-65CD-A8F8-EC99DD40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2E414-A962-3D6A-8F09-720B41475B19}"/>
              </a:ext>
            </a:extLst>
          </p:cNvPr>
          <p:cNvSpPr>
            <a:spLocks noGrp="1"/>
          </p:cNvSpPr>
          <p:nvPr>
            <p:ph type="title"/>
          </p:nvPr>
        </p:nvSpPr>
        <p:spPr/>
        <p:txBody>
          <a:bodyPr/>
          <a:lstStyle/>
          <a:p>
            <a:r>
              <a:rPr lang="en-US" sz="2800" dirty="0"/>
              <a:t>Wireframe Notes – 3.1 – External Single Certificate View</a:t>
            </a:r>
          </a:p>
        </p:txBody>
      </p:sp>
      <p:sp>
        <p:nvSpPr>
          <p:cNvPr id="3" name="Content Placeholder 2">
            <a:extLst>
              <a:ext uri="{FF2B5EF4-FFF2-40B4-BE49-F238E27FC236}">
                <a16:creationId xmlns:a16="http://schemas.microsoft.com/office/drawing/2014/main" id="{F86C29BC-AF5E-83D1-F6E9-5410ECFCB1A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Clients.</a:t>
            </a:r>
          </a:p>
          <a:p>
            <a:pPr marR="2000" algn="l" rtl="0"/>
            <a:r>
              <a:rPr lang="en-US" sz="1400" b="0" i="0" u="none" strike="noStrike" baseline="0" dirty="0">
                <a:solidFill>
                  <a:srgbClr val="606771"/>
                </a:solidFill>
              </a:rPr>
              <a:t>Ability to Sort on all columns.</a:t>
            </a:r>
          </a:p>
          <a:p>
            <a:pPr marR="2000" algn="l" rtl="0"/>
            <a:r>
              <a:rPr lang="en-US" sz="1400" b="0" i="0" u="none" strike="noStrike" baseline="0" dirty="0">
                <a:solidFill>
                  <a:srgbClr val="606771"/>
                </a:solidFill>
              </a:rPr>
              <a:t>Ability to Filter by designated Search Categories.</a:t>
            </a:r>
          </a:p>
          <a:p>
            <a:pPr marR="2000" algn="l" rtl="0"/>
            <a:r>
              <a:rPr lang="en-US" sz="1400" b="0" i="0" u="none" strike="noStrike" baseline="0" dirty="0">
                <a:solidFill>
                  <a:srgbClr val="606771"/>
                </a:solidFill>
              </a:rPr>
              <a:t>Ability to scroll horizontally and vertically to see additional data fields.</a:t>
            </a:r>
          </a:p>
          <a:p>
            <a:pPr marR="2000" algn="l" rtl="0"/>
            <a:r>
              <a:rPr lang="en-US" sz="1400" b="0" i="0" u="none" strike="noStrike" baseline="0" dirty="0">
                <a:solidFill>
                  <a:srgbClr val="606771"/>
                </a:solidFill>
              </a:rPr>
              <a:t>Ability to multiselect for Download.</a:t>
            </a:r>
          </a:p>
          <a:p>
            <a:pPr marR="2000"/>
            <a:r>
              <a:rPr lang="en-US" sz="1400" dirty="0">
                <a:solidFill>
                  <a:srgbClr val="606771"/>
                </a:solidFill>
              </a:rPr>
              <a:t>Will Clients fall under the ‘Company’ data field or is there another way to associate them to a Product/Certificate?	</a:t>
            </a:r>
          </a:p>
          <a:p>
            <a:pPr marR="2000" lvl="1"/>
            <a:r>
              <a:rPr lang="en-US" sz="1400" dirty="0">
                <a:solidFill>
                  <a:srgbClr val="606771"/>
                </a:solidFill>
              </a:rPr>
              <a:t>When we grant permissions to clients it would be through Company - and there could be multiple companies associated with 1 client (ASSA ABLOY for example). However, on the partner side they would not be by Company but by new partner field.</a:t>
            </a:r>
          </a:p>
          <a:p>
            <a:pPr marR="2000" algn="l" rtl="0"/>
            <a:endParaRPr lang="en-US" sz="1400" dirty="0"/>
          </a:p>
        </p:txBody>
      </p:sp>
      <p:sp>
        <p:nvSpPr>
          <p:cNvPr id="4" name="Date Placeholder 3">
            <a:extLst>
              <a:ext uri="{FF2B5EF4-FFF2-40B4-BE49-F238E27FC236}">
                <a16:creationId xmlns:a16="http://schemas.microsoft.com/office/drawing/2014/main" id="{2FEA53B8-D918-019A-D13A-C93548A3DCD1}"/>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291CD4E8-ADA1-7D49-F52C-3510F68059B9}"/>
              </a:ext>
            </a:extLst>
          </p:cNvPr>
          <p:cNvSpPr>
            <a:spLocks noGrp="1"/>
          </p:cNvSpPr>
          <p:nvPr>
            <p:ph type="sldNum" sz="quarter" idx="12"/>
          </p:nvPr>
        </p:nvSpPr>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252267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391D-A9E3-89DD-765A-F6FC9ED7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15568-3AE7-F71A-3B97-7A3763463A89}"/>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56AFB039-4336-2CC5-2582-7418755AED6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EA893253-A22D-1587-4EAB-90316F3129A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44</a:t>
            </a:fld>
            <a:endParaRPr lang="en-US" dirty="0"/>
          </a:p>
        </p:txBody>
      </p:sp>
      <p:sp>
        <p:nvSpPr>
          <p:cNvPr id="8" name="TextBox 7">
            <a:extLst>
              <a:ext uri="{FF2B5EF4-FFF2-40B4-BE49-F238E27FC236}">
                <a16:creationId xmlns:a16="http://schemas.microsoft.com/office/drawing/2014/main" id="{7DAAB60F-27F5-601E-A52C-70D3001751EE}"/>
              </a:ext>
            </a:extLst>
          </p:cNvPr>
          <p:cNvSpPr txBox="1"/>
          <p:nvPr/>
        </p:nvSpPr>
        <p:spPr>
          <a:xfrm>
            <a:off x="6666468" y="802227"/>
            <a:ext cx="5257799" cy="3416320"/>
          </a:xfrm>
          <a:prstGeom prst="rect">
            <a:avLst/>
          </a:prstGeom>
          <a:no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a:t>
            </a:r>
            <a:r>
              <a:rPr lang="en-US" sz="1200" b="1" i="0" u="none" strike="sngStrike" baseline="0" dirty="0">
                <a:solidFill>
                  <a:srgbClr val="606771"/>
                </a:solidFill>
                <a:latin typeface="Century Gothic" panose="020B0502020202020204" pitchFamily="34" charset="0"/>
              </a:rPr>
              <a:t>Preview</a:t>
            </a:r>
          </a:p>
          <a:p>
            <a:pPr marL="285750" marR="2000" indent="-285750">
              <a:buSzPts val="1200"/>
              <a:buFont typeface="Arial" panose="020B0604020202020204" pitchFamily="34" charset="0"/>
              <a:buChar char="•"/>
            </a:pPr>
            <a:endParaRPr lang="en-US" sz="1200" b="0" i="0" u="none" strike="noStrike" baseline="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8A33AE10-A0A4-74E7-9CA4-29786022589D}"/>
              </a:ext>
            </a:extLst>
          </p:cNvPr>
          <p:cNvPicPr>
            <a:picLocks noChangeAspect="1"/>
          </p:cNvPicPr>
          <p:nvPr/>
        </p:nvPicPr>
        <p:blipFill>
          <a:blip r:embed="rId3"/>
          <a:stretch>
            <a:fillRect/>
          </a:stretch>
        </p:blipFill>
        <p:spPr>
          <a:xfrm>
            <a:off x="838200" y="681037"/>
            <a:ext cx="5257800" cy="5837099"/>
          </a:xfrm>
          <a:prstGeom prst="rect">
            <a:avLst/>
          </a:prstGeom>
        </p:spPr>
      </p:pic>
    </p:spTree>
    <p:extLst>
      <p:ext uri="{BB962C8B-B14F-4D97-AF65-F5344CB8AC3E}">
        <p14:creationId xmlns:p14="http://schemas.microsoft.com/office/powerpoint/2010/main" val="17729711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948B-9D8F-371C-9F99-1DB4EB141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A01C1-9187-D74E-945B-0A9C0ED66BE4}"/>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725785BC-1BFD-099A-45B4-8ACE0D1599F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676F1FF1-549E-2B4D-084D-627A641F3FB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45</a:t>
            </a:fld>
            <a:endParaRPr lang="en-US" dirty="0"/>
          </a:p>
        </p:txBody>
      </p:sp>
      <p:pic>
        <p:nvPicPr>
          <p:cNvPr id="6" name="Picture 5">
            <a:extLst>
              <a:ext uri="{FF2B5EF4-FFF2-40B4-BE49-F238E27FC236}">
                <a16:creationId xmlns:a16="http://schemas.microsoft.com/office/drawing/2014/main" id="{ACFDDC19-606C-DB34-7B6A-1F35935FA212}"/>
              </a:ext>
            </a:extLst>
          </p:cNvPr>
          <p:cNvPicPr>
            <a:picLocks noChangeAspect="1"/>
          </p:cNvPicPr>
          <p:nvPr/>
        </p:nvPicPr>
        <p:blipFill>
          <a:blip r:embed="rId3"/>
          <a:stretch>
            <a:fillRect/>
          </a:stretch>
        </p:blipFill>
        <p:spPr>
          <a:xfrm>
            <a:off x="2893395" y="752392"/>
            <a:ext cx="6405209" cy="5911702"/>
          </a:xfrm>
          <a:prstGeom prst="rect">
            <a:avLst/>
          </a:prstGeom>
        </p:spPr>
      </p:pic>
    </p:spTree>
    <p:extLst>
      <p:ext uri="{BB962C8B-B14F-4D97-AF65-F5344CB8AC3E}">
        <p14:creationId xmlns:p14="http://schemas.microsoft.com/office/powerpoint/2010/main" val="280035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F1A5-1A4E-BBF5-12A9-3E8D629CF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672A6-0CF6-C1D2-827A-CDAA7FE0198A}"/>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CE84B32F-BEC8-DD3D-7227-8DD18B382E0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21D7D20B-32EB-6E80-C697-72867E5651D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46</a:t>
            </a:fld>
            <a:endParaRPr lang="en-US" dirty="0"/>
          </a:p>
        </p:txBody>
      </p:sp>
      <p:pic>
        <p:nvPicPr>
          <p:cNvPr id="7" name="Picture 6">
            <a:extLst>
              <a:ext uri="{FF2B5EF4-FFF2-40B4-BE49-F238E27FC236}">
                <a16:creationId xmlns:a16="http://schemas.microsoft.com/office/drawing/2014/main" id="{18DA22CA-0496-972C-70F1-DDA67BE12623}"/>
              </a:ext>
            </a:extLst>
          </p:cNvPr>
          <p:cNvPicPr>
            <a:picLocks noChangeAspect="1"/>
          </p:cNvPicPr>
          <p:nvPr/>
        </p:nvPicPr>
        <p:blipFill>
          <a:blip r:embed="rId3"/>
          <a:stretch>
            <a:fillRect/>
          </a:stretch>
        </p:blipFill>
        <p:spPr>
          <a:xfrm>
            <a:off x="3114450" y="734712"/>
            <a:ext cx="5963099" cy="5929382"/>
          </a:xfrm>
          <a:prstGeom prst="rect">
            <a:avLst/>
          </a:prstGeom>
        </p:spPr>
      </p:pic>
    </p:spTree>
    <p:extLst>
      <p:ext uri="{BB962C8B-B14F-4D97-AF65-F5344CB8AC3E}">
        <p14:creationId xmlns:p14="http://schemas.microsoft.com/office/powerpoint/2010/main" val="2599910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8101-E3DC-4E3A-F279-7DA99732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8EBB7-7480-7DF8-0199-7511ED3A6964}"/>
              </a:ext>
            </a:extLst>
          </p:cNvPr>
          <p:cNvSpPr>
            <a:spLocks noGrp="1"/>
          </p:cNvSpPr>
          <p:nvPr>
            <p:ph type="title"/>
          </p:nvPr>
        </p:nvSpPr>
        <p:spPr/>
        <p:txBody>
          <a:bodyPr/>
          <a:lstStyle/>
          <a:p>
            <a:r>
              <a:rPr lang="en-US" sz="2800" dirty="0"/>
              <a:t>Wireframe Notes – 3.2 – Certificate List (GCC Only)</a:t>
            </a:r>
          </a:p>
        </p:txBody>
      </p:sp>
      <p:sp>
        <p:nvSpPr>
          <p:cNvPr id="3" name="Content Placeholder 2">
            <a:extLst>
              <a:ext uri="{FF2B5EF4-FFF2-40B4-BE49-F238E27FC236}">
                <a16:creationId xmlns:a16="http://schemas.microsoft.com/office/drawing/2014/main" id="{F3FE0DA2-A439-40C8-28CB-A2C43F57C672}"/>
              </a:ext>
            </a:extLst>
          </p:cNvPr>
          <p:cNvSpPr>
            <a:spLocks noGrp="1"/>
          </p:cNvSpPr>
          <p:nvPr>
            <p:ph idx="1"/>
          </p:nvPr>
        </p:nvSpPr>
        <p:spPr>
          <a:xfrm>
            <a:off x="598504" y="868054"/>
            <a:ext cx="4635348" cy="5139345"/>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buSzPts val="1200"/>
              <a:buFont typeface="Symbol" panose="05050102010706020507" pitchFamily="18" charset="2"/>
              <a:buChar char="·"/>
            </a:pPr>
            <a:r>
              <a:rPr lang="en-US" sz="1400" b="0" i="0" u="none" strike="noStrike" baseline="0" dirty="0">
                <a:solidFill>
                  <a:srgbClr val="606771"/>
                </a:solidFill>
              </a:rPr>
              <a:t>Ability to Add a Certificate.</a:t>
            </a:r>
          </a:p>
          <a:p>
            <a:pPr marR="2000">
              <a:buSzPts val="1200"/>
              <a:buFont typeface="Symbol" panose="05050102010706020507" pitchFamily="18" charset="2"/>
              <a:buChar char="·"/>
            </a:pPr>
            <a:r>
              <a:rPr lang="en-US" sz="1400" dirty="0">
                <a:solidFill>
                  <a:srgbClr val="606771"/>
                </a:solidFill>
              </a:rPr>
              <a:t>Ability to Edit/Delete a selected Certificate.</a:t>
            </a:r>
          </a:p>
          <a:p>
            <a:pPr marR="2000">
              <a:buSzPts val="1200"/>
              <a:buFont typeface="Symbol" panose="05050102010706020507" pitchFamily="18" charset="2"/>
              <a:buChar char="·"/>
            </a:pPr>
            <a:r>
              <a:rPr lang="en-US" sz="1400" dirty="0">
                <a:solidFill>
                  <a:srgbClr val="606771"/>
                </a:solidFill>
              </a:rPr>
              <a:t>Note: Edit/Delete will be one at a time, no multiselect.	</a:t>
            </a:r>
          </a:p>
          <a:p>
            <a:pPr marR="2000">
              <a:buSzPts val="1200"/>
              <a:buFont typeface="Symbol" panose="05050102010706020507" pitchFamily="18" charset="2"/>
              <a:buChar char="·"/>
            </a:pPr>
            <a:r>
              <a:rPr lang="en-US" sz="1400" dirty="0">
                <a:solidFill>
                  <a:srgbClr val="606771"/>
                </a:solidFill>
              </a:rPr>
              <a:t>Excel download - based on filters can export full or filtered list</a:t>
            </a:r>
          </a:p>
          <a:p>
            <a:pPr marR="2000">
              <a:buSzPts val="1200"/>
              <a:buFont typeface="Symbol" panose="05050102010706020507" pitchFamily="18" charset="2"/>
              <a:buChar char="·"/>
            </a:pPr>
            <a:r>
              <a:rPr lang="en-US" sz="1400" dirty="0">
                <a:solidFill>
                  <a:srgbClr val="606771"/>
                </a:solidFill>
              </a:rPr>
              <a:t>*Wishlist: The ability to load the table as a user scrolls Lazy loading</a:t>
            </a:r>
            <a:r>
              <a:rPr lang="en-US" sz="1400" b="0" i="0" u="none" strike="noStrike" baseline="0" dirty="0">
                <a:solidFill>
                  <a:schemeClr val="accent6">
                    <a:lumMod val="50000"/>
                  </a:schemeClr>
                </a:solidFill>
              </a:rPr>
              <a:t>, rather than have the page control.</a:t>
            </a:r>
            <a:endParaRPr lang="en-US" sz="1400" dirty="0"/>
          </a:p>
        </p:txBody>
      </p:sp>
      <p:sp>
        <p:nvSpPr>
          <p:cNvPr id="4" name="Date Placeholder 3">
            <a:extLst>
              <a:ext uri="{FF2B5EF4-FFF2-40B4-BE49-F238E27FC236}">
                <a16:creationId xmlns:a16="http://schemas.microsoft.com/office/drawing/2014/main" id="{3FF7F3BE-A179-2FFA-BE4B-B04AA5C50738}"/>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3DE213A3-1BB7-DF2C-8F01-BBB9284835CA}"/>
              </a:ext>
            </a:extLst>
          </p:cNvPr>
          <p:cNvSpPr>
            <a:spLocks noGrp="1"/>
          </p:cNvSpPr>
          <p:nvPr>
            <p:ph type="sldNum" sz="quarter" idx="12"/>
          </p:nvPr>
        </p:nvSpPr>
        <p:spPr/>
        <p:txBody>
          <a:bodyPr/>
          <a:lstStyle/>
          <a:p>
            <a:fld id="{330EA680-D336-4FF7-8B7A-9848BB0A1C32}" type="slidenum">
              <a:rPr lang="en-US" smtClean="0"/>
              <a:t>47</a:t>
            </a:fld>
            <a:endParaRPr lang="en-US"/>
          </a:p>
        </p:txBody>
      </p:sp>
    </p:spTree>
    <p:extLst>
      <p:ext uri="{BB962C8B-B14F-4D97-AF65-F5344CB8AC3E}">
        <p14:creationId xmlns:p14="http://schemas.microsoft.com/office/powerpoint/2010/main" val="2466150600"/>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2DEC-841E-20B6-8EF8-C272ABB9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A217A-45AA-42F4-8BE5-381628965220}"/>
              </a:ext>
            </a:extLst>
          </p:cNvPr>
          <p:cNvSpPr>
            <a:spLocks noGrp="1"/>
          </p:cNvSpPr>
          <p:nvPr>
            <p:ph type="title"/>
          </p:nvPr>
        </p:nvSpPr>
        <p:spPr>
          <a:xfrm>
            <a:off x="598503" y="193906"/>
            <a:ext cx="5432287" cy="487131"/>
          </a:xfrm>
        </p:spPr>
        <p:txBody>
          <a:bodyPr>
            <a:normAutofit fontScale="90000"/>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CA5D3090-F943-346A-21B4-89B20188450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3331A31D-F114-E9DA-69CE-246338307C1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48</a:t>
            </a:fld>
            <a:endParaRPr lang="en-US"/>
          </a:p>
        </p:txBody>
      </p:sp>
      <p:sp>
        <p:nvSpPr>
          <p:cNvPr id="12" name="TextBox 11">
            <a:extLst>
              <a:ext uri="{FF2B5EF4-FFF2-40B4-BE49-F238E27FC236}">
                <a16:creationId xmlns:a16="http://schemas.microsoft.com/office/drawing/2014/main" id="{6697992D-96DA-23CF-2C9E-36112BC8A72A}"/>
              </a:ext>
            </a:extLst>
          </p:cNvPr>
          <p:cNvSpPr txBox="1"/>
          <p:nvPr/>
        </p:nvSpPr>
        <p:spPr>
          <a:xfrm>
            <a:off x="780451" y="1110075"/>
            <a:ext cx="5068389" cy="4185761"/>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Notes:</a:t>
            </a:r>
          </a:p>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 </a:t>
            </a:r>
            <a:r>
              <a:rPr lang="en-US" sz="1400" b="1" dirty="0">
                <a:highlight>
                  <a:srgbClr val="FFFF00"/>
                </a:highlight>
                <a:latin typeface="Century Gothic" panose="020B0502020202020204" pitchFamily="34" charset="0"/>
              </a:rPr>
              <a:t>(As discussed prior, unless manually entered, you need instructional copy on the page for this like current </a:t>
            </a:r>
            <a:r>
              <a:rPr lang="en-US" sz="1400" b="1" dirty="0" err="1">
                <a:highlight>
                  <a:srgbClr val="FFFF00"/>
                </a:highlight>
                <a:latin typeface="Century Gothic" panose="020B0502020202020204" pitchFamily="34" charset="0"/>
              </a:rPr>
              <a:t>db</a:t>
            </a:r>
            <a:r>
              <a:rPr lang="en-US" sz="1400" b="1" dirty="0">
                <a:highlight>
                  <a:srgbClr val="FFFF00"/>
                </a:highlight>
                <a:latin typeface="Century Gothic" panose="020B0502020202020204" pitchFamily="34" charset="0"/>
              </a:rPr>
              <a:t>)</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 </a:t>
            </a:r>
            <a:r>
              <a:rPr lang="en-US" sz="1400" b="1" dirty="0">
                <a:solidFill>
                  <a:srgbClr val="FF0000"/>
                </a:solidFill>
                <a:latin typeface="Century Gothic" panose="020B0502020202020204" pitchFamily="34" charset="0"/>
              </a:rPr>
              <a:t>(Need to add option of none and multiselect)</a:t>
            </a:r>
          </a:p>
          <a:p>
            <a:pPr marL="285750" marR="2000" indent="-285750">
              <a:buSzPts val="1200"/>
              <a:buFont typeface="Arial" panose="020B0604020202020204" pitchFamily="34" charset="0"/>
              <a:buChar char="•"/>
            </a:pPr>
            <a:r>
              <a:rPr lang="en-US" sz="1400" b="1" strike="sngStrike" dirty="0">
                <a:solidFill>
                  <a:srgbClr val="002060"/>
                </a:solidFill>
                <a:latin typeface="Century Gothic" panose="020B0502020202020204" pitchFamily="34" charset="0"/>
              </a:rPr>
              <a:t>New Field: </a:t>
            </a:r>
            <a:r>
              <a:rPr lang="en-US" sz="1400" strike="sngStrike" dirty="0">
                <a:solidFill>
                  <a:srgbClr val="002060"/>
                </a:solidFill>
                <a:latin typeface="Century Gothic" panose="020B0502020202020204" pitchFamily="34" charset="0"/>
              </a:rPr>
              <a:t>Status Type: to signify if a client doesn’t want to move forward.  (</a:t>
            </a:r>
            <a:r>
              <a:rPr lang="en-US" sz="1400" strike="sngStrike" dirty="0">
                <a:solidFill>
                  <a:srgbClr val="FF0000"/>
                </a:solidFill>
                <a:latin typeface="Century Gothic" panose="020B0502020202020204" pitchFamily="34" charset="0"/>
              </a:rPr>
              <a:t>This was added based on meeting)</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Products will only show if they are associated with the certificate that is being displayed. </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Users can select from dropdown existing Products or add a new. Product Category, Type, and Subcategory are not editable on this page and are assigned when adding a new product. </a:t>
            </a: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6" name="Picture 5">
            <a:extLst>
              <a:ext uri="{FF2B5EF4-FFF2-40B4-BE49-F238E27FC236}">
                <a16:creationId xmlns:a16="http://schemas.microsoft.com/office/drawing/2014/main" id="{3125C919-DA38-25DB-1428-9DBD4DD42BA9}"/>
              </a:ext>
            </a:extLst>
          </p:cNvPr>
          <p:cNvPicPr>
            <a:picLocks noChangeAspect="1"/>
          </p:cNvPicPr>
          <p:nvPr/>
        </p:nvPicPr>
        <p:blipFill>
          <a:blip r:embed="rId3"/>
          <a:stretch>
            <a:fillRect/>
          </a:stretch>
        </p:blipFill>
        <p:spPr>
          <a:xfrm>
            <a:off x="6499917" y="94901"/>
            <a:ext cx="5500495" cy="6668198"/>
          </a:xfrm>
          <a:prstGeom prst="rect">
            <a:avLst/>
          </a:prstGeom>
        </p:spPr>
      </p:pic>
      <p:sp>
        <p:nvSpPr>
          <p:cNvPr id="7" name="TextBox 6">
            <a:extLst>
              <a:ext uri="{FF2B5EF4-FFF2-40B4-BE49-F238E27FC236}">
                <a16:creationId xmlns:a16="http://schemas.microsoft.com/office/drawing/2014/main" id="{E0220A14-1FD9-45E1-73E3-6C1E492A0A21}"/>
              </a:ext>
            </a:extLst>
          </p:cNvPr>
          <p:cNvSpPr txBox="1"/>
          <p:nvPr/>
        </p:nvSpPr>
        <p:spPr>
          <a:xfrm>
            <a:off x="265759" y="4947217"/>
            <a:ext cx="6097772" cy="1815882"/>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Update Screenshot, add record information.  </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Remove image section</a:t>
            </a:r>
          </a:p>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Change Product ID Manager to Products</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 Contact should be two different fields. URL and Email (Phone?)</a:t>
            </a:r>
          </a:p>
          <a:p>
            <a:pPr marL="1200150" marR="2000" lvl="2"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Info should carry over from the Companies page fields, so it should not be open to edit here. When selecting company it would </a:t>
            </a:r>
            <a:r>
              <a:rPr lang="en-US" sz="1400" dirty="0" err="1">
                <a:solidFill>
                  <a:srgbClr val="FF0000"/>
                </a:solidFill>
                <a:latin typeface="Century Gothic" panose="020B0502020202020204" pitchFamily="34" charset="0"/>
              </a:rPr>
              <a:t>autopopulate</a:t>
            </a:r>
            <a:r>
              <a:rPr lang="en-US" sz="1400" dirty="0">
                <a:solidFill>
                  <a:srgbClr val="FF0000"/>
                </a:solidFill>
                <a:latin typeface="Century Gothic" panose="020B0502020202020204" pitchFamily="34" charset="0"/>
              </a:rPr>
              <a:t>. </a:t>
            </a:r>
            <a:endParaRPr lang="en-US" sz="1400" i="0" u="none" strike="noStrike" baseline="0" dirty="0">
              <a:solidFill>
                <a:srgbClr val="FF0000"/>
              </a:solidFill>
              <a:latin typeface="Century Gothic" panose="020B0502020202020204" pitchFamily="34" charset="0"/>
            </a:endParaRPr>
          </a:p>
        </p:txBody>
      </p:sp>
      <p:sp>
        <p:nvSpPr>
          <p:cNvPr id="8" name="TextBox 7">
            <a:extLst>
              <a:ext uri="{FF2B5EF4-FFF2-40B4-BE49-F238E27FC236}">
                <a16:creationId xmlns:a16="http://schemas.microsoft.com/office/drawing/2014/main" id="{77F8EE69-B8E6-17AB-8D6F-0A6B8DB4587F}"/>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645253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E1DA-3939-F852-8D07-BB6984C42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4CFFD-1203-4EA4-E69C-74E500406D1A}"/>
              </a:ext>
            </a:extLst>
          </p:cNvPr>
          <p:cNvSpPr>
            <a:spLocks noGrp="1"/>
          </p:cNvSpPr>
          <p:nvPr>
            <p:ph type="title"/>
          </p:nvPr>
        </p:nvSpPr>
        <p:spPr>
          <a:xfrm>
            <a:off x="598503" y="193906"/>
            <a:ext cx="10515600" cy="487131"/>
          </a:xfrm>
        </p:spPr>
        <p:txBody>
          <a:bodyPr>
            <a:normAutofit/>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029DF9C5-3C94-764A-7AA9-9C4793CB307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24749CDA-B383-8988-844D-7521C0812A6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49</a:t>
            </a:fld>
            <a:endParaRPr lang="en-US"/>
          </a:p>
        </p:txBody>
      </p:sp>
      <p:sp>
        <p:nvSpPr>
          <p:cNvPr id="12" name="TextBox 11">
            <a:extLst>
              <a:ext uri="{FF2B5EF4-FFF2-40B4-BE49-F238E27FC236}">
                <a16:creationId xmlns:a16="http://schemas.microsoft.com/office/drawing/2014/main" id="{9A808762-98CE-F678-40FF-A69D972F3AAC}"/>
              </a:ext>
            </a:extLst>
          </p:cNvPr>
          <p:cNvSpPr txBox="1"/>
          <p:nvPr/>
        </p:nvSpPr>
        <p:spPr>
          <a:xfrm>
            <a:off x="7442791" y="1113727"/>
            <a:ext cx="4342145" cy="954107"/>
          </a:xfrm>
          <a:prstGeom prst="rect">
            <a:avLst/>
          </a:prstGeom>
          <a:noFill/>
        </p:spPr>
        <p:txBody>
          <a:bodyPr wrap="square">
            <a:spAutoFit/>
          </a:bodyPr>
          <a:lstStyle/>
          <a:p>
            <a:pPr marR="2000">
              <a:buSzPts val="1200"/>
            </a:pPr>
            <a:r>
              <a:rPr lang="en-US" sz="1400" dirty="0">
                <a:latin typeface="Century Gothic" panose="020B0502020202020204" pitchFamily="34" charset="0"/>
              </a:rPr>
              <a:t>Notes: </a:t>
            </a:r>
          </a:p>
          <a:p>
            <a:pPr marL="285750" marR="2000" indent="-285750">
              <a:buSzPts val="1200"/>
              <a:buFont typeface="Arial" panose="020B0604020202020204" pitchFamily="34" charset="0"/>
              <a:buChar char="•"/>
            </a:pPr>
            <a:r>
              <a:rPr lang="en-US" sz="1400" dirty="0">
                <a:latin typeface="Century Gothic" panose="020B0502020202020204" pitchFamily="34" charset="0"/>
              </a:rPr>
              <a:t>Example of Multi-select dropdown</a:t>
            </a:r>
            <a:endParaRPr lang="en-US" sz="1400" b="1" dirty="0">
              <a:latin typeface="Century Gothic" panose="020B0502020202020204" pitchFamily="34" charset="0"/>
            </a:endParaRPr>
          </a:p>
          <a:p>
            <a:pPr marL="742950" marR="2000" lvl="1" indent="-285750">
              <a:buSzPts val="1200"/>
              <a:buFont typeface="Arial" panose="020B0604020202020204" pitchFamily="34" charset="0"/>
              <a:buChar char="•"/>
            </a:pPr>
            <a:endParaRPr lang="en-US" sz="1400" dirty="0">
              <a:latin typeface="Century Gothic" panose="020B0502020202020204" pitchFamily="34" charset="0"/>
            </a:endParaRP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7" name="Picture 6">
            <a:extLst>
              <a:ext uri="{FF2B5EF4-FFF2-40B4-BE49-F238E27FC236}">
                <a16:creationId xmlns:a16="http://schemas.microsoft.com/office/drawing/2014/main" id="{02493686-A495-946E-7163-BCC1730AC2F5}"/>
              </a:ext>
            </a:extLst>
          </p:cNvPr>
          <p:cNvPicPr>
            <a:picLocks noChangeAspect="1"/>
          </p:cNvPicPr>
          <p:nvPr/>
        </p:nvPicPr>
        <p:blipFill>
          <a:blip r:embed="rId4"/>
          <a:stretch>
            <a:fillRect/>
          </a:stretch>
        </p:blipFill>
        <p:spPr>
          <a:xfrm>
            <a:off x="710061" y="771382"/>
            <a:ext cx="5268060" cy="3991532"/>
          </a:xfrm>
          <a:prstGeom prst="rect">
            <a:avLst/>
          </a:prstGeom>
        </p:spPr>
      </p:pic>
    </p:spTree>
    <p:extLst>
      <p:ext uri="{BB962C8B-B14F-4D97-AF65-F5344CB8AC3E}">
        <p14:creationId xmlns:p14="http://schemas.microsoft.com/office/powerpoint/2010/main" val="2962170263"/>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B114-369A-BDF9-AF39-177C30A25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B16C-0A10-F71A-BF39-B7F3B3B9FF96}"/>
              </a:ext>
            </a:extLst>
          </p:cNvPr>
          <p:cNvSpPr>
            <a:spLocks noGrp="1"/>
          </p:cNvSpPr>
          <p:nvPr>
            <p:ph type="title"/>
          </p:nvPr>
        </p:nvSpPr>
        <p:spPr/>
        <p:txBody>
          <a:bodyPr/>
          <a:lstStyle/>
          <a:p>
            <a:r>
              <a:rPr lang="en-US" sz="2800" dirty="0"/>
              <a:t>Wireframe Notes – 3.3 – Add Certificate (GCC Only)</a:t>
            </a:r>
          </a:p>
        </p:txBody>
      </p:sp>
      <p:sp>
        <p:nvSpPr>
          <p:cNvPr id="3" name="Content Placeholder 2">
            <a:extLst>
              <a:ext uri="{FF2B5EF4-FFF2-40B4-BE49-F238E27FC236}">
                <a16:creationId xmlns:a16="http://schemas.microsoft.com/office/drawing/2014/main" id="{EB5E93FB-5332-ECA6-9089-AFF532D27CD9}"/>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Add Certificate View.</a:t>
            </a:r>
          </a:p>
          <a:p>
            <a:pPr marR="2000" algn="l" rtl="0">
              <a:buSzPts val="1200"/>
              <a:buFont typeface="Symbol" panose="05050102010706020507" pitchFamily="18" charset="2"/>
              <a:buChar char="·"/>
            </a:pPr>
            <a:r>
              <a:rPr lang="en-US" sz="1400" b="0" i="0" u="none" strike="noStrike" baseline="0" dirty="0">
                <a:solidFill>
                  <a:srgbClr val="606771"/>
                </a:solidFill>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a:t>
            </a:r>
            <a:r>
              <a:rPr lang="en-US" sz="1400" b="1" i="0" u="none" strike="noStrike" baseline="0" dirty="0">
                <a:solidFill>
                  <a:srgbClr val="606771"/>
                </a:solidFill>
              </a:rPr>
              <a:t>Last Edited By, </a:t>
            </a:r>
            <a:r>
              <a:rPr lang="en-US" sz="1400" i="0" u="none" strike="noStrike" baseline="0" dirty="0">
                <a:solidFill>
                  <a:srgbClr val="606771"/>
                </a:solidFill>
              </a:rPr>
              <a:t>Record</a:t>
            </a:r>
            <a:r>
              <a:rPr lang="en-US" sz="1400" b="0" i="0" u="none" strike="noStrike" baseline="0" dirty="0">
                <a:solidFill>
                  <a:srgbClr val="606771"/>
                </a:solidFill>
              </a:rPr>
              <a:t> Last Updated Date, Preview</a:t>
            </a:r>
          </a:p>
          <a:p>
            <a:pPr marR="2000" algn="l" rtl="0">
              <a:buSzPts val="1200"/>
              <a:buFont typeface="Symbol" panose="05050102010706020507" pitchFamily="18" charset="2"/>
              <a:buChar char="·"/>
            </a:pP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Add a Certificate with all Required Data Fields.</a:t>
            </a:r>
          </a:p>
          <a:p>
            <a:pPr marR="2000" algn="l" rtl="0"/>
            <a:r>
              <a:rPr lang="en-US" sz="1400" b="0" i="0" u="none" strike="noStrike" baseline="0" dirty="0">
                <a:solidFill>
                  <a:srgbClr val="606771"/>
                </a:solidFill>
              </a:rPr>
              <a:t>**Which data fields are required to Add a Cert? </a:t>
            </a:r>
          </a:p>
          <a:p>
            <a:pPr marR="2000" lvl="1"/>
            <a:r>
              <a:rPr lang="en-US" sz="1400" b="0" i="0" u="none" strike="noStrike" baseline="0" dirty="0">
                <a:solidFill>
                  <a:srgbClr val="606771"/>
                </a:solidFill>
              </a:rPr>
              <a:t>Cert Type, Status, Effective Date, Expiration Date, Company, Product Category (required when you have product name), Product Type (required when you hav</a:t>
            </a:r>
            <a:r>
              <a:rPr lang="en-US" sz="1400" dirty="0">
                <a:solidFill>
                  <a:srgbClr val="606771"/>
                </a:solidFill>
              </a:rPr>
              <a:t>e product name), Location, Country, Partner. </a:t>
            </a:r>
          </a:p>
          <a:p>
            <a:pPr marR="2000" lvl="1"/>
            <a:r>
              <a:rPr lang="en-US" sz="1400" b="0" i="0" u="none" strike="noStrike" baseline="0" dirty="0">
                <a:solidFill>
                  <a:srgbClr val="606771"/>
                </a:solidFill>
              </a:rPr>
              <a:t>Need to make sure we have N/A option for Product Category, Product Type, Subcategory, Partner. </a:t>
            </a:r>
          </a:p>
          <a:p>
            <a:pPr marR="2000" lvl="1"/>
            <a:r>
              <a:rPr lang="en-US" sz="1400" dirty="0">
                <a:solidFill>
                  <a:srgbClr val="606771"/>
                </a:solidFill>
              </a:rPr>
              <a:t>Cer # is required – but auto generated by DB if not manually entered. </a:t>
            </a:r>
            <a:endParaRPr lang="en-US" sz="1400" b="0" i="0" u="none" strike="noStrike" baseline="0" dirty="0">
              <a:solidFill>
                <a:srgbClr val="606771"/>
              </a:solidFill>
            </a:endParaRPr>
          </a:p>
          <a:p>
            <a:pPr marR="2000" algn="l" rtl="0"/>
            <a:r>
              <a:rPr lang="en-US" sz="1400" b="0" i="0" u="none" strike="noStrike" baseline="0" dirty="0">
                <a:solidFill>
                  <a:srgbClr val="606771"/>
                </a:solidFill>
              </a:rPr>
              <a:t>Which data fields will be generated by the system after adding?</a:t>
            </a:r>
          </a:p>
          <a:p>
            <a:pPr marR="2000" lvl="1"/>
            <a:r>
              <a:rPr lang="en-US" sz="1400" dirty="0">
                <a:solidFill>
                  <a:srgbClr val="606771"/>
                </a:solidFill>
              </a:rPr>
              <a:t>Just Cert number.  It would pull in company contact fields from the Companies page.  System also needs to automatically remove expired and inactive certs from public view. </a:t>
            </a: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upload an image to use for the Product. 	</a:t>
            </a:r>
          </a:p>
          <a:p>
            <a:pPr marR="2000" algn="l" rtl="0"/>
            <a:r>
              <a:rPr lang="en-US" sz="1400" b="0" i="0" u="none" strike="noStrike" baseline="0" dirty="0">
                <a:solidFill>
                  <a:srgbClr val="606771"/>
                </a:solidFill>
              </a:rPr>
              <a:t>**Should we incorporate Product Image?</a:t>
            </a:r>
            <a:endParaRPr lang="en-US" sz="1400" dirty="0"/>
          </a:p>
        </p:txBody>
      </p:sp>
      <p:sp>
        <p:nvSpPr>
          <p:cNvPr id="4" name="Date Placeholder 3">
            <a:extLst>
              <a:ext uri="{FF2B5EF4-FFF2-40B4-BE49-F238E27FC236}">
                <a16:creationId xmlns:a16="http://schemas.microsoft.com/office/drawing/2014/main" id="{927F3BFF-53BE-F52C-BF68-9A004444DA6C}"/>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94660574-C57F-36C7-912E-271AF1FC2175}"/>
              </a:ext>
            </a:extLst>
          </p:cNvPr>
          <p:cNvSpPr>
            <a:spLocks noGrp="1"/>
          </p:cNvSpPr>
          <p:nvPr>
            <p:ph type="sldNum" sz="quarter" idx="12"/>
          </p:nvPr>
        </p:nvSpPr>
        <p:spPr/>
        <p:txBody>
          <a:bodyPr/>
          <a:lstStyle/>
          <a:p>
            <a:fld id="{330EA680-D336-4FF7-8B7A-9848BB0A1C32}" type="slidenum">
              <a:rPr lang="en-US" smtClean="0"/>
              <a:t>50</a:t>
            </a:fld>
            <a:endParaRPr lang="en-US" dirty="0"/>
          </a:p>
        </p:txBody>
      </p:sp>
    </p:spTree>
    <p:extLst>
      <p:ext uri="{BB962C8B-B14F-4D97-AF65-F5344CB8AC3E}">
        <p14:creationId xmlns:p14="http://schemas.microsoft.com/office/powerpoint/2010/main" val="4226111771"/>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8DF6-1D90-C39E-2D36-49627515D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E59C9-0367-9241-BE81-8D150A9F70A7}"/>
              </a:ext>
            </a:extLst>
          </p:cNvPr>
          <p:cNvSpPr>
            <a:spLocks noGrp="1"/>
          </p:cNvSpPr>
          <p:nvPr>
            <p:ph type="title"/>
          </p:nvPr>
        </p:nvSpPr>
        <p:spPr>
          <a:xfrm>
            <a:off x="598503" y="193906"/>
            <a:ext cx="5793588" cy="487131"/>
          </a:xfrm>
        </p:spPr>
        <p:txBody>
          <a:bodyPr>
            <a:normAutofit fontScale="90000"/>
          </a:bodyPr>
          <a:lstStyle/>
          <a:p>
            <a:r>
              <a:rPr lang="en-US" sz="2800" dirty="0"/>
              <a:t>Wireframe Notes – 3.4 – Edit/Delete Certificate (GCC Only)</a:t>
            </a:r>
          </a:p>
        </p:txBody>
      </p:sp>
      <p:sp>
        <p:nvSpPr>
          <p:cNvPr id="4" name="Date Placeholder 3">
            <a:extLst>
              <a:ext uri="{FF2B5EF4-FFF2-40B4-BE49-F238E27FC236}">
                <a16:creationId xmlns:a16="http://schemas.microsoft.com/office/drawing/2014/main" id="{A25EAAE2-7CD7-05A1-490A-7746A6C1200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62196200-AB1D-EAC6-2993-F7095C729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51</a:t>
            </a:fld>
            <a:endParaRPr lang="en-US"/>
          </a:p>
        </p:txBody>
      </p:sp>
      <p:sp>
        <p:nvSpPr>
          <p:cNvPr id="17" name="TextBox 16">
            <a:extLst>
              <a:ext uri="{FF2B5EF4-FFF2-40B4-BE49-F238E27FC236}">
                <a16:creationId xmlns:a16="http://schemas.microsoft.com/office/drawing/2014/main" id="{28FDF536-DC4D-432D-C5EC-2B4075F8CAFF}"/>
              </a:ext>
            </a:extLst>
          </p:cNvPr>
          <p:cNvSpPr txBox="1"/>
          <p:nvPr/>
        </p:nvSpPr>
        <p:spPr>
          <a:xfrm>
            <a:off x="533400" y="952474"/>
            <a:ext cx="6096000" cy="4924425"/>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 </a:t>
            </a:r>
            <a:r>
              <a:rPr lang="en-US" sz="1400" dirty="0">
                <a:solidFill>
                  <a:srgbClr val="002060"/>
                </a:solidFill>
                <a:latin typeface="Century Gothic" panose="020B0502020202020204" pitchFamily="34" charset="0"/>
              </a:rPr>
              <a:t>Status Type: to signify if a client doesn’t want to move forward.  </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Edit/Delete Certificate View.</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Last Edited By, Record Last Updated Date, Preview</a:t>
            </a: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Company Contact: separate into two </a:t>
            </a:r>
            <a:r>
              <a:rPr lang="en-US" sz="1400" dirty="0">
                <a:solidFill>
                  <a:srgbClr val="FF0000"/>
                </a:solidFill>
                <a:latin typeface="Segoe UI" panose="020B0502040204020203" pitchFamily="34" charset="0"/>
              </a:rPr>
              <a:t>URL/Email</a:t>
            </a:r>
            <a:endParaRPr lang="en-US" sz="1400" b="0" i="0" u="none" strike="noStrike" baseline="0" dirty="0">
              <a:solidFill>
                <a:srgbClr val="FF0000"/>
              </a:solidFill>
              <a:latin typeface="Segoe UI" panose="020B0502040204020203" pitchFamily="34" charset="0"/>
            </a:endParaRP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Ability to Edit/Delete the selected Certificate information and file.</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The Products section should only show products under the Cert# being viewed. </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Users can select from dropdown existing Products or add a new. Product Category, Type, and Subcategory are not editable on this page and are assigned when adding a new Product. (see current DB?)</a:t>
            </a:r>
          </a:p>
          <a:p>
            <a:pPr marL="285750" marR="2000" indent="-285750" algn="l" rtl="0">
              <a:buFont typeface="Arial" panose="020B0604020202020204" pitchFamily="34" charset="0"/>
              <a:buChar char="•"/>
            </a:pPr>
            <a:endParaRPr lang="en-US" sz="2000" dirty="0"/>
          </a:p>
          <a:p>
            <a:pPr marL="285750" marR="2000" indent="-285750">
              <a:buSzPts val="1200"/>
              <a:buFont typeface="Arial" panose="020B0604020202020204" pitchFamily="34" charset="0"/>
              <a:buChar char="•"/>
            </a:pPr>
            <a:endParaRPr lang="en-US" sz="1400" dirty="0">
              <a:solidFill>
                <a:srgbClr val="002060"/>
              </a:solidFill>
              <a:latin typeface="Century Gothic" panose="020B0502020202020204" pitchFamily="34" charset="0"/>
            </a:endParaRPr>
          </a:p>
        </p:txBody>
      </p:sp>
      <p:pic>
        <p:nvPicPr>
          <p:cNvPr id="19" name="Picture 18">
            <a:extLst>
              <a:ext uri="{FF2B5EF4-FFF2-40B4-BE49-F238E27FC236}">
                <a16:creationId xmlns:a16="http://schemas.microsoft.com/office/drawing/2014/main" id="{06D1B177-1163-666A-1A85-8A3AE07979E4}"/>
              </a:ext>
            </a:extLst>
          </p:cNvPr>
          <p:cNvPicPr>
            <a:picLocks noChangeAspect="1"/>
          </p:cNvPicPr>
          <p:nvPr/>
        </p:nvPicPr>
        <p:blipFill>
          <a:blip r:embed="rId4"/>
          <a:srcRect t="8889"/>
          <a:stretch>
            <a:fillRect/>
          </a:stretch>
        </p:blipFill>
        <p:spPr>
          <a:xfrm>
            <a:off x="6895883" y="609600"/>
            <a:ext cx="5241218" cy="6248399"/>
          </a:xfrm>
          <a:prstGeom prst="rect">
            <a:avLst/>
          </a:prstGeom>
        </p:spPr>
      </p:pic>
      <p:sp>
        <p:nvSpPr>
          <p:cNvPr id="3" name="TextBox 2">
            <a:extLst>
              <a:ext uri="{FF2B5EF4-FFF2-40B4-BE49-F238E27FC236}">
                <a16:creationId xmlns:a16="http://schemas.microsoft.com/office/drawing/2014/main" id="{ACA95FF4-BB01-FAFC-231D-27B0B7E9C1A0}"/>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030547082"/>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0694-6324-680F-918B-7A11F330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A3ED9-D532-D500-0330-940265061081}"/>
              </a:ext>
            </a:extLst>
          </p:cNvPr>
          <p:cNvSpPr>
            <a:spLocks noGrp="1"/>
          </p:cNvSpPr>
          <p:nvPr>
            <p:ph type="title"/>
          </p:nvPr>
        </p:nvSpPr>
        <p:spPr/>
        <p:txBody>
          <a:bodyPr/>
          <a:lstStyle/>
          <a:p>
            <a:r>
              <a:rPr lang="en-US" sz="2800" dirty="0"/>
              <a:t>Wireframe Notes – 5.0 – Companies &amp; Products</a:t>
            </a:r>
          </a:p>
        </p:txBody>
      </p:sp>
      <p:sp>
        <p:nvSpPr>
          <p:cNvPr id="3" name="Content Placeholder 2">
            <a:extLst>
              <a:ext uri="{FF2B5EF4-FFF2-40B4-BE49-F238E27FC236}">
                <a16:creationId xmlns:a16="http://schemas.microsoft.com/office/drawing/2014/main" id="{7868535F-9BC4-6152-FD13-EB245CB8F5EA}"/>
              </a:ext>
            </a:extLst>
          </p:cNvPr>
          <p:cNvSpPr>
            <a:spLocks noGrp="1"/>
          </p:cNvSpPr>
          <p:nvPr>
            <p:ph idx="1"/>
          </p:nvPr>
        </p:nvSpPr>
        <p:spPr/>
        <p:txBody>
          <a:bodyPr/>
          <a:lstStyle/>
          <a:p>
            <a:pPr marR="2000" algn="l" rtl="0">
              <a:buSzPts val="1200"/>
              <a:buFont typeface="Symbol" panose="05050102010706020507" pitchFamily="18" charset="2"/>
              <a:buChar char="·"/>
            </a:pPr>
            <a:r>
              <a:rPr lang="en-US" sz="1800" dirty="0">
                <a:solidFill>
                  <a:srgbClr val="606771"/>
                </a:solidFill>
                <a:latin typeface="Segoe UI" panose="020B0502040204020203" pitchFamily="34" charset="0"/>
              </a:rPr>
              <a:t>Navigation only, not a page. </a:t>
            </a:r>
            <a:r>
              <a:rPr lang="en-US" sz="1800" b="0" i="0" u="none" strike="noStrike" baseline="0" dirty="0">
                <a:solidFill>
                  <a:srgbClr val="606771"/>
                </a:solidFill>
                <a:latin typeface="Segoe UI" panose="020B0502040204020203" pitchFamily="34" charset="0"/>
              </a:rPr>
              <a:t>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BE4C76B8-B6FC-C4D2-8783-22390BBA745D}"/>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E40A9DFE-9EEC-3D4A-BC2F-3C6FB4ED0B69}"/>
              </a:ext>
            </a:extLst>
          </p:cNvPr>
          <p:cNvSpPr>
            <a:spLocks noGrp="1"/>
          </p:cNvSpPr>
          <p:nvPr>
            <p:ph type="sldNum" sz="quarter" idx="12"/>
          </p:nvPr>
        </p:nvSpPr>
        <p:spPr/>
        <p:txBody>
          <a:bodyPr/>
          <a:lstStyle/>
          <a:p>
            <a:fld id="{330EA680-D336-4FF7-8B7A-9848BB0A1C32}" type="slidenum">
              <a:rPr lang="en-US" smtClean="0"/>
              <a:t>52</a:t>
            </a:fld>
            <a:endParaRPr lang="en-US"/>
          </a:p>
        </p:txBody>
      </p:sp>
    </p:spTree>
    <p:extLst>
      <p:ext uri="{BB962C8B-B14F-4D97-AF65-F5344CB8AC3E}">
        <p14:creationId xmlns:p14="http://schemas.microsoft.com/office/powerpoint/2010/main" val="3905066145"/>
      </p:ext>
    </p:extLst>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1C464-CE0C-E50C-0EFA-7221D98E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0536-8166-6937-1E92-48ABB7FE31D3}"/>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0449F3B1-E2EE-1246-5EA9-D46DDC52355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46C67CC4-93FB-3052-0130-E2077D848B1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53</a:t>
            </a:fld>
            <a:endParaRPr lang="en-US"/>
          </a:p>
        </p:txBody>
      </p:sp>
      <p:sp>
        <p:nvSpPr>
          <p:cNvPr id="7" name="TextBox 6">
            <a:extLst>
              <a:ext uri="{FF2B5EF4-FFF2-40B4-BE49-F238E27FC236}">
                <a16:creationId xmlns:a16="http://schemas.microsoft.com/office/drawing/2014/main" id="{B0F03C3F-3F4C-C3F7-6C62-3B574367C8B6}"/>
              </a:ext>
            </a:extLst>
          </p:cNvPr>
          <p:cNvSpPr txBox="1"/>
          <p:nvPr/>
        </p:nvSpPr>
        <p:spPr>
          <a:xfrm>
            <a:off x="7382808" y="136525"/>
            <a:ext cx="4642615" cy="1015663"/>
          </a:xfrm>
          <a:prstGeom prst="rect">
            <a:avLst/>
          </a:prstGeom>
          <a:noFill/>
        </p:spPr>
        <p:txBody>
          <a:bodyPr wrap="square">
            <a:spAutoFit/>
          </a:bodyPr>
          <a:lstStyle/>
          <a:p>
            <a:pPr marL="285750" marR="2000" indent="-285750">
              <a:buSzPts val="1200"/>
              <a:buFont typeface="Symbol" panose="05050102010706020507" pitchFamily="18" charset="2"/>
              <a:buChar char="·"/>
            </a:pPr>
            <a:r>
              <a:rPr lang="en-US" sz="1200" dirty="0">
                <a:latin typeface="Century Gothic" panose="020B0502020202020204" pitchFamily="34" charset="0"/>
              </a:rPr>
              <a:t>Required Fields </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Name - Required dropdown with add capability (as referenced in Cert Upload Fields)</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Email - Separate field from URL</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URL - Separate field from Email</a:t>
            </a:r>
          </a:p>
        </p:txBody>
      </p:sp>
      <p:pic>
        <p:nvPicPr>
          <p:cNvPr id="10" name="Picture 9">
            <a:extLst>
              <a:ext uri="{FF2B5EF4-FFF2-40B4-BE49-F238E27FC236}">
                <a16:creationId xmlns:a16="http://schemas.microsoft.com/office/drawing/2014/main" id="{C84A940A-917B-ED91-25AD-6FC6FC1A35B1}"/>
              </a:ext>
            </a:extLst>
          </p:cNvPr>
          <p:cNvPicPr>
            <a:picLocks noChangeAspect="1"/>
          </p:cNvPicPr>
          <p:nvPr/>
        </p:nvPicPr>
        <p:blipFill>
          <a:blip r:embed="rId3"/>
          <a:stretch>
            <a:fillRect/>
          </a:stretch>
        </p:blipFill>
        <p:spPr>
          <a:xfrm>
            <a:off x="598503" y="1152188"/>
            <a:ext cx="10515600" cy="5188720"/>
          </a:xfrm>
          <a:prstGeom prst="rect">
            <a:avLst/>
          </a:prstGeom>
          <a:ln>
            <a:solidFill>
              <a:schemeClr val="bg1">
                <a:lumMod val="85000"/>
              </a:schemeClr>
            </a:solidFill>
          </a:ln>
        </p:spPr>
      </p:pic>
    </p:spTree>
    <p:extLst>
      <p:ext uri="{BB962C8B-B14F-4D97-AF65-F5344CB8AC3E}">
        <p14:creationId xmlns:p14="http://schemas.microsoft.com/office/powerpoint/2010/main" val="574261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7A68-1DC1-AA0D-DF16-960C035B5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291D5-C737-3FD7-51B2-5C11F1782759}"/>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E5459A73-CC52-8C68-3375-DD930C45371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C942E37E-E6A7-0125-E4DA-2466863BA0D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54</a:t>
            </a:fld>
            <a:endParaRPr lang="en-US"/>
          </a:p>
        </p:txBody>
      </p:sp>
      <p:sp>
        <p:nvSpPr>
          <p:cNvPr id="7" name="TextBox 6">
            <a:extLst>
              <a:ext uri="{FF2B5EF4-FFF2-40B4-BE49-F238E27FC236}">
                <a16:creationId xmlns:a16="http://schemas.microsoft.com/office/drawing/2014/main" id="{670EA992-1AEF-9978-B37C-AA23DA39FB46}"/>
              </a:ext>
            </a:extLst>
          </p:cNvPr>
          <p:cNvSpPr txBox="1"/>
          <p:nvPr/>
        </p:nvSpPr>
        <p:spPr>
          <a:xfrm>
            <a:off x="598504" y="751344"/>
            <a:ext cx="5430821" cy="4154984"/>
          </a:xfrm>
          <a:prstGeom prst="rect">
            <a:avLst/>
          </a:prstGeom>
          <a:noFill/>
        </p:spPr>
        <p:txBody>
          <a:bodyPr wrap="square">
            <a:spAutoFit/>
          </a:bodyPr>
          <a:lstStyle/>
          <a:p>
            <a:pPr marR="2000">
              <a:buSzPts val="1200"/>
            </a:pPr>
            <a:r>
              <a:rPr lang="en-US" sz="1200" b="1" dirty="0">
                <a:latin typeface="Century Gothic" panose="020B0502020202020204" pitchFamily="34" charset="0"/>
              </a:rPr>
              <a:t>Data Integration &amp; Auto-Population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Certificate Auto-Population: Company information from the Company Management screen should auto-populate when creating/editing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Field Mapping: When selecting a company during certificate creation, Email and URL fields auto-populate and are not editable on the certificate form</a:t>
            </a:r>
          </a:p>
          <a:p>
            <a:pPr marL="171450" marR="2000" indent="-171450">
              <a:buSzPts val="1200"/>
              <a:buFont typeface="Symbol" panose="05050102010706020507" pitchFamily="18" charset="2"/>
              <a:buChar char="·"/>
            </a:pPr>
            <a:r>
              <a:rPr lang="en-US" sz="1200" dirty="0">
                <a:latin typeface="Century Gothic" panose="020B0502020202020204" pitchFamily="34" charset="0"/>
              </a:rPr>
              <a:t>Contact Information Usage: Only Email and URL are used as contact options on certificates (Phone field eliminated)</a:t>
            </a:r>
          </a:p>
          <a:p>
            <a:pPr marR="2000">
              <a:buSzPts val="1200"/>
            </a:pPr>
            <a:br>
              <a:rPr lang="en-US" sz="1200" dirty="0">
                <a:latin typeface="Century Gothic" panose="020B0502020202020204" pitchFamily="34" charset="0"/>
              </a:rPr>
            </a:br>
            <a:br>
              <a:rPr lang="en-US" sz="1200" dirty="0">
                <a:latin typeface="Century Gothic" panose="020B0502020202020204" pitchFamily="34" charset="0"/>
              </a:rPr>
            </a:br>
            <a:r>
              <a:rPr lang="en-US" sz="1200" b="1" dirty="0">
                <a:latin typeface="Century Gothic" panose="020B0502020202020204" pitchFamily="34" charset="0"/>
              </a:rPr>
              <a:t>Import/Export Behavior</a:t>
            </a:r>
          </a:p>
          <a:p>
            <a:pPr marL="171450" marR="2000" indent="-171450">
              <a:buSzPts val="1200"/>
              <a:buFont typeface="Symbol" panose="05050102010706020507" pitchFamily="18" charset="2"/>
              <a:buChar char="·"/>
            </a:pPr>
            <a:r>
              <a:rPr lang="en-US" sz="1200" dirty="0">
                <a:latin typeface="Century Gothic" panose="020B0502020202020204" pitchFamily="34" charset="0"/>
              </a:rPr>
              <a:t>Smart Import Logic: Import compares existing data and only uploads new records</a:t>
            </a:r>
          </a:p>
          <a:p>
            <a:pPr marL="171450" marR="2000" indent="-171450">
              <a:buSzPts val="1200"/>
              <a:buFont typeface="Symbol" panose="05050102010706020507" pitchFamily="18" charset="2"/>
              <a:buChar char="·"/>
            </a:pPr>
            <a:r>
              <a:rPr lang="en-US" sz="1200" dirty="0">
                <a:latin typeface="Century Gothic" panose="020B0502020202020204" pitchFamily="34" charset="0"/>
              </a:rPr>
              <a:t>Update Handling: If existing Certificate # is uploaded, only changed fields are updated</a:t>
            </a:r>
          </a:p>
          <a:p>
            <a:pPr marL="171450" marR="2000" indent="-171450">
              <a:buSzPts val="1200"/>
              <a:buFont typeface="Symbol" panose="05050102010706020507" pitchFamily="18" charset="2"/>
              <a:buChar char="·"/>
            </a:pPr>
            <a:r>
              <a:rPr lang="en-US" sz="1200" dirty="0">
                <a:latin typeface="Century Gothic" panose="020B0502020202020204" pitchFamily="34" charset="0"/>
              </a:rPr>
              <a:t>Data Integrity: Import will not override current data unless changes are detected</a:t>
            </a:r>
          </a:p>
          <a:p>
            <a:pPr marL="171450" marR="2000" indent="-171450">
              <a:buSzPts val="1200"/>
              <a:buFont typeface="Symbol" panose="05050102010706020507" pitchFamily="18" charset="2"/>
              <a:buChar char="·"/>
            </a:pPr>
            <a:r>
              <a:rPr lang="en-US" sz="1200" dirty="0">
                <a:latin typeface="Century Gothic" panose="020B0502020202020204" pitchFamily="34" charset="0"/>
              </a:rPr>
              <a:t>Audit Trail: History table tracks all changes made through imports or manual updates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
        <p:nvSpPr>
          <p:cNvPr id="3" name="TextBox 2">
            <a:extLst>
              <a:ext uri="{FF2B5EF4-FFF2-40B4-BE49-F238E27FC236}">
                <a16:creationId xmlns:a16="http://schemas.microsoft.com/office/drawing/2014/main" id="{FC08FD94-749F-AEDC-20E2-F7B6FC57BBD0}"/>
              </a:ext>
            </a:extLst>
          </p:cNvPr>
          <p:cNvSpPr txBox="1"/>
          <p:nvPr/>
        </p:nvSpPr>
        <p:spPr>
          <a:xfrm>
            <a:off x="6353175" y="765631"/>
            <a:ext cx="5362575" cy="2123658"/>
          </a:xfrm>
          <a:prstGeom prst="rect">
            <a:avLst/>
          </a:prstGeom>
          <a:noFill/>
        </p:spPr>
        <p:txBody>
          <a:bodyPr wrap="square">
            <a:spAutoFit/>
          </a:bodyPr>
          <a:lstStyle/>
          <a:p>
            <a:pPr marR="2000">
              <a:buSzPts val="1200"/>
            </a:pPr>
            <a:r>
              <a:rPr lang="en-US" sz="1200" b="1" dirty="0">
                <a:latin typeface="Century Gothic" panose="020B0502020202020204" pitchFamily="34" charset="0"/>
              </a:rPr>
              <a:t>Key Decisions Made</a:t>
            </a:r>
          </a:p>
          <a:p>
            <a:pPr marL="171450" marR="2000" indent="-171450">
              <a:buSzPts val="1200"/>
              <a:buFont typeface="Symbol" panose="05050102010706020507" pitchFamily="18" charset="2"/>
              <a:buChar char="·"/>
            </a:pPr>
            <a:r>
              <a:rPr lang="en-US" sz="1200" dirty="0">
                <a:latin typeface="Century Gothic" panose="020B0502020202020204" pitchFamily="34" charset="0"/>
              </a:rPr>
              <a:t>Phone Field Eliminated: Replaced with URL field for certificate contact information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Two Contact Fields Only: Email and URL are the sole contact options</a:t>
            </a:r>
          </a:p>
          <a:p>
            <a:pPr marL="171450" marR="2000" indent="-171450">
              <a:buSzPts val="1200"/>
              <a:buFont typeface="Symbol" panose="05050102010706020507" pitchFamily="18" charset="2"/>
              <a:buChar char="·"/>
            </a:pPr>
            <a:r>
              <a:rPr lang="en-US" sz="1200" dirty="0">
                <a:latin typeface="Century Gothic" panose="020B0502020202020204" pitchFamily="34" charset="0"/>
              </a:rPr>
              <a:t>Auto-Population Confirmed: Company data from management screen carries over to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Import Strategy: Compare-and-update approach prevents data loss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2581903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40C1-D583-F70E-468B-C4E4C694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2D6D-C1E0-1993-D36A-9014E6A24E84}"/>
              </a:ext>
            </a:extLst>
          </p:cNvPr>
          <p:cNvSpPr>
            <a:spLocks noGrp="1"/>
          </p:cNvSpPr>
          <p:nvPr>
            <p:ph type="title"/>
          </p:nvPr>
        </p:nvSpPr>
        <p:spPr>
          <a:xfrm>
            <a:off x="598503" y="193906"/>
            <a:ext cx="10515600" cy="487131"/>
          </a:xfrm>
        </p:spPr>
        <p:txBody>
          <a:bodyPr>
            <a:normAutofit/>
          </a:bodyPr>
          <a:lstStyle/>
          <a:p>
            <a:r>
              <a:rPr lang="en-US" sz="2800" dirty="0"/>
              <a:t>Wireframe Notes – 5.2 – Products </a:t>
            </a:r>
          </a:p>
        </p:txBody>
      </p:sp>
      <p:sp>
        <p:nvSpPr>
          <p:cNvPr id="4" name="Date Placeholder 3">
            <a:extLst>
              <a:ext uri="{FF2B5EF4-FFF2-40B4-BE49-F238E27FC236}">
                <a16:creationId xmlns:a16="http://schemas.microsoft.com/office/drawing/2014/main" id="{0C4B17E8-8BD1-2564-A30E-57418FC37B3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036F19B2-1DE7-8786-0D5A-52E7DD398F9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55</a:t>
            </a:fld>
            <a:endParaRPr lang="en-US"/>
          </a:p>
        </p:txBody>
      </p:sp>
      <p:sp>
        <p:nvSpPr>
          <p:cNvPr id="12" name="TextBox 11">
            <a:extLst>
              <a:ext uri="{FF2B5EF4-FFF2-40B4-BE49-F238E27FC236}">
                <a16:creationId xmlns:a16="http://schemas.microsoft.com/office/drawing/2014/main" id="{65CF7445-E5B4-6AE4-188B-DF9457D094D9}"/>
              </a:ext>
            </a:extLst>
          </p:cNvPr>
          <p:cNvSpPr txBox="1"/>
          <p:nvPr/>
        </p:nvSpPr>
        <p:spPr>
          <a:xfrm>
            <a:off x="492178" y="3567578"/>
            <a:ext cx="7484477" cy="2492990"/>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Admin users see: All buttons (Import, Export, Add Product), edit/delete actions, bulk operations</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Partner/Client users would see: Read-only view with no administrative functions</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(x button) for each entry</a:t>
            </a:r>
            <a:endParaRPr lang="en-US" sz="1200" dirty="0">
              <a:latin typeface="Century Gothic" panose="020B0502020202020204" pitchFamily="34" charset="0"/>
            </a:endParaRPr>
          </a:p>
        </p:txBody>
      </p:sp>
      <p:pic>
        <p:nvPicPr>
          <p:cNvPr id="9" name="Picture 8">
            <a:extLst>
              <a:ext uri="{FF2B5EF4-FFF2-40B4-BE49-F238E27FC236}">
                <a16:creationId xmlns:a16="http://schemas.microsoft.com/office/drawing/2014/main" id="{505E625A-76FA-B562-FA64-39C0B7029F49}"/>
              </a:ext>
            </a:extLst>
          </p:cNvPr>
          <p:cNvPicPr>
            <a:picLocks noChangeAspect="1"/>
          </p:cNvPicPr>
          <p:nvPr/>
        </p:nvPicPr>
        <p:blipFill>
          <a:blip r:embed="rId3"/>
          <a:stretch>
            <a:fillRect/>
          </a:stretch>
        </p:blipFill>
        <p:spPr>
          <a:xfrm>
            <a:off x="308344" y="681037"/>
            <a:ext cx="11759610" cy="2399410"/>
          </a:xfrm>
          <a:prstGeom prst="rect">
            <a:avLst/>
          </a:prstGeom>
        </p:spPr>
      </p:pic>
    </p:spTree>
    <p:extLst>
      <p:ext uri="{BB962C8B-B14F-4D97-AF65-F5344CB8AC3E}">
        <p14:creationId xmlns:p14="http://schemas.microsoft.com/office/powerpoint/2010/main" val="19140741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8A4B-EF79-8718-ACFA-B2DADFF41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301BA-37A1-AB51-080C-7D2074848B68}"/>
              </a:ext>
            </a:extLst>
          </p:cNvPr>
          <p:cNvSpPr>
            <a:spLocks noGrp="1"/>
          </p:cNvSpPr>
          <p:nvPr>
            <p:ph type="title"/>
          </p:nvPr>
        </p:nvSpPr>
        <p:spPr>
          <a:xfrm>
            <a:off x="598503" y="193906"/>
            <a:ext cx="10515600" cy="487131"/>
          </a:xfrm>
        </p:spPr>
        <p:txBody>
          <a:bodyPr>
            <a:normAutofit/>
          </a:bodyPr>
          <a:lstStyle/>
          <a:p>
            <a:r>
              <a:rPr lang="en-US" sz="2800" dirty="0"/>
              <a:t>Wireframe Notes – 5.2 – Products (Add) </a:t>
            </a:r>
          </a:p>
        </p:txBody>
      </p:sp>
      <p:sp>
        <p:nvSpPr>
          <p:cNvPr id="4" name="Date Placeholder 3">
            <a:extLst>
              <a:ext uri="{FF2B5EF4-FFF2-40B4-BE49-F238E27FC236}">
                <a16:creationId xmlns:a16="http://schemas.microsoft.com/office/drawing/2014/main" id="{D87B2F89-4280-60C5-1459-38FCA21AB9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B04291C-06B8-3D42-607D-AE3B580EAAD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56</a:t>
            </a:fld>
            <a:endParaRPr lang="en-US"/>
          </a:p>
        </p:txBody>
      </p:sp>
      <p:pic>
        <p:nvPicPr>
          <p:cNvPr id="9" name="Picture 8">
            <a:extLst>
              <a:ext uri="{FF2B5EF4-FFF2-40B4-BE49-F238E27FC236}">
                <a16:creationId xmlns:a16="http://schemas.microsoft.com/office/drawing/2014/main" id="{2EDCF552-3096-8B5C-20EF-F067903AE4D8}"/>
              </a:ext>
            </a:extLst>
          </p:cNvPr>
          <p:cNvPicPr>
            <a:picLocks noChangeAspect="1"/>
          </p:cNvPicPr>
          <p:nvPr/>
        </p:nvPicPr>
        <p:blipFill>
          <a:blip r:embed="rId3"/>
          <a:stretch>
            <a:fillRect/>
          </a:stretch>
        </p:blipFill>
        <p:spPr>
          <a:xfrm>
            <a:off x="180753" y="864521"/>
            <a:ext cx="11695814" cy="2696655"/>
          </a:xfrm>
          <a:prstGeom prst="rect">
            <a:avLst/>
          </a:prstGeom>
        </p:spPr>
      </p:pic>
    </p:spTree>
    <p:extLst>
      <p:ext uri="{BB962C8B-B14F-4D97-AF65-F5344CB8AC3E}">
        <p14:creationId xmlns:p14="http://schemas.microsoft.com/office/powerpoint/2010/main" val="2402824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6A8F-5E1B-315B-8D1A-62853E045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8C405-159F-7BB3-F08B-0A54379B33DA}"/>
              </a:ext>
            </a:extLst>
          </p:cNvPr>
          <p:cNvSpPr>
            <a:spLocks noGrp="1"/>
          </p:cNvSpPr>
          <p:nvPr>
            <p:ph type="title"/>
          </p:nvPr>
        </p:nvSpPr>
        <p:spPr>
          <a:xfrm>
            <a:off x="598503" y="193906"/>
            <a:ext cx="10515600" cy="487131"/>
          </a:xfrm>
        </p:spPr>
        <p:txBody>
          <a:bodyPr>
            <a:normAutofit/>
          </a:bodyPr>
          <a:lstStyle/>
          <a:p>
            <a:r>
              <a:rPr lang="en-US" sz="2800" dirty="0"/>
              <a:t>Wireframe Notes – 5.2 – Products (Edit) </a:t>
            </a:r>
          </a:p>
        </p:txBody>
      </p:sp>
      <p:sp>
        <p:nvSpPr>
          <p:cNvPr id="4" name="Date Placeholder 3">
            <a:extLst>
              <a:ext uri="{FF2B5EF4-FFF2-40B4-BE49-F238E27FC236}">
                <a16:creationId xmlns:a16="http://schemas.microsoft.com/office/drawing/2014/main" id="{7880098A-63AC-74F5-A56A-451B00DFBCF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3BFDE746-5A40-68AE-74D5-BC9C84F388B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57</a:t>
            </a:fld>
            <a:endParaRPr lang="en-US"/>
          </a:p>
        </p:txBody>
      </p:sp>
      <p:pic>
        <p:nvPicPr>
          <p:cNvPr id="6" name="Picture 5">
            <a:extLst>
              <a:ext uri="{FF2B5EF4-FFF2-40B4-BE49-F238E27FC236}">
                <a16:creationId xmlns:a16="http://schemas.microsoft.com/office/drawing/2014/main" id="{ED5D684E-D46A-1D72-1599-2ED703F08794}"/>
              </a:ext>
            </a:extLst>
          </p:cNvPr>
          <p:cNvPicPr>
            <a:picLocks noChangeAspect="1"/>
          </p:cNvPicPr>
          <p:nvPr/>
        </p:nvPicPr>
        <p:blipFill>
          <a:blip r:embed="rId3"/>
          <a:stretch>
            <a:fillRect/>
          </a:stretch>
        </p:blipFill>
        <p:spPr>
          <a:xfrm>
            <a:off x="232144" y="1189075"/>
            <a:ext cx="11727712" cy="2345542"/>
          </a:xfrm>
          <a:prstGeom prst="rect">
            <a:avLst/>
          </a:prstGeom>
        </p:spPr>
      </p:pic>
    </p:spTree>
    <p:extLst>
      <p:ext uri="{BB962C8B-B14F-4D97-AF65-F5344CB8AC3E}">
        <p14:creationId xmlns:p14="http://schemas.microsoft.com/office/powerpoint/2010/main" val="3245160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A7CA-15FF-E9EB-D881-6505CBD08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BCA32-F8B5-7B75-E1B2-9F89E8BE7048}"/>
              </a:ext>
            </a:extLst>
          </p:cNvPr>
          <p:cNvSpPr>
            <a:spLocks noGrp="1"/>
          </p:cNvSpPr>
          <p:nvPr>
            <p:ph type="title"/>
          </p:nvPr>
        </p:nvSpPr>
        <p:spPr/>
        <p:txBody>
          <a:bodyPr/>
          <a:lstStyle/>
          <a:p>
            <a:r>
              <a:rPr lang="en-US" sz="2800" dirty="0"/>
              <a:t>Wireframe Notes – 7.0 – Administration</a:t>
            </a:r>
          </a:p>
        </p:txBody>
      </p:sp>
      <p:sp>
        <p:nvSpPr>
          <p:cNvPr id="3" name="Content Placeholder 2">
            <a:extLst>
              <a:ext uri="{FF2B5EF4-FFF2-40B4-BE49-F238E27FC236}">
                <a16:creationId xmlns:a16="http://schemas.microsoft.com/office/drawing/2014/main" id="{3FDF9918-21DF-AE60-8436-AE218D276C01}"/>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Admin Section does not have a main landing page.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09B755D2-56A8-1785-0C9A-B43E85262A0C}"/>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B739B08A-8BF9-7F54-C46A-34BEBC4FCEE7}"/>
              </a:ext>
            </a:extLst>
          </p:cNvPr>
          <p:cNvSpPr>
            <a:spLocks noGrp="1"/>
          </p:cNvSpPr>
          <p:nvPr>
            <p:ph type="sldNum" sz="quarter" idx="12"/>
          </p:nvPr>
        </p:nvSpPr>
        <p:spPr/>
        <p:txBody>
          <a:bodyPr/>
          <a:lstStyle/>
          <a:p>
            <a:fld id="{330EA680-D336-4FF7-8B7A-9848BB0A1C32}" type="slidenum">
              <a:rPr lang="en-US" smtClean="0"/>
              <a:t>58</a:t>
            </a:fld>
            <a:endParaRPr lang="en-US"/>
          </a:p>
        </p:txBody>
      </p:sp>
    </p:spTree>
    <p:extLst>
      <p:ext uri="{BB962C8B-B14F-4D97-AF65-F5344CB8AC3E}">
        <p14:creationId xmlns:p14="http://schemas.microsoft.com/office/powerpoint/2010/main" val="423741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883C-DC79-3568-EACF-3C81D514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3BA18-2B36-170C-72D7-BD26B41D5AF7}"/>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822A952C-666F-C666-695D-200ADC08184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ECD032BD-682A-A53F-1CEC-88667C38E18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59</a:t>
            </a:fld>
            <a:endParaRPr lang="en-US"/>
          </a:p>
        </p:txBody>
      </p:sp>
      <p:sp>
        <p:nvSpPr>
          <p:cNvPr id="9" name="TextBox 8">
            <a:extLst>
              <a:ext uri="{FF2B5EF4-FFF2-40B4-BE49-F238E27FC236}">
                <a16:creationId xmlns:a16="http://schemas.microsoft.com/office/drawing/2014/main" id="{85FCD1B4-71BD-91D7-6CEF-ACC1C9125B74}"/>
              </a:ext>
            </a:extLst>
          </p:cNvPr>
          <p:cNvSpPr txBox="1"/>
          <p:nvPr/>
        </p:nvSpPr>
        <p:spPr>
          <a:xfrm>
            <a:off x="287382" y="5220249"/>
            <a:ext cx="9387841" cy="1015663"/>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Role Management (Page Level) Admin View.</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Manage which roles have access to which pages of the site.</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cancel changes.</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Admin Users have access to all pages by default.</a:t>
            </a:r>
          </a:p>
          <a:p>
            <a:pPr marL="285750" marR="2000" indent="-285750" algn="l" rtl="0">
              <a:buFont typeface="Arial" panose="020B0604020202020204" pitchFamily="34" charset="0"/>
              <a:buChar char="•"/>
            </a:pPr>
            <a:r>
              <a:rPr lang="en-US" sz="1200" dirty="0">
                <a:solidFill>
                  <a:srgbClr val="606771"/>
                </a:solidFill>
                <a:latin typeface="Century Gothic" panose="020B0502020202020204" pitchFamily="34" charset="0"/>
              </a:rPr>
              <a:t>Delete disabled for Admin, Admin Panel checkbox disabled for Admin.</a:t>
            </a: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D63468CE-8865-45BC-7FAD-78496288A3BA}"/>
              </a:ext>
            </a:extLst>
          </p:cNvPr>
          <p:cNvPicPr>
            <a:picLocks noChangeAspect="1"/>
          </p:cNvPicPr>
          <p:nvPr/>
        </p:nvPicPr>
        <p:blipFill>
          <a:blip r:embed="rId3"/>
          <a:stretch>
            <a:fillRect/>
          </a:stretch>
        </p:blipFill>
        <p:spPr>
          <a:xfrm>
            <a:off x="137281" y="1085523"/>
            <a:ext cx="10130125" cy="3984030"/>
          </a:xfrm>
          <a:prstGeom prst="rect">
            <a:avLst/>
          </a:prstGeom>
        </p:spPr>
      </p:pic>
    </p:spTree>
    <p:extLst>
      <p:ext uri="{BB962C8B-B14F-4D97-AF65-F5344CB8AC3E}">
        <p14:creationId xmlns:p14="http://schemas.microsoft.com/office/powerpoint/2010/main" val="30554913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B2FE-6968-52B4-47AA-D11ECBF0A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3203F-71F5-B6FA-4289-26A39CFBAAE0}"/>
              </a:ext>
            </a:extLst>
          </p:cNvPr>
          <p:cNvSpPr>
            <a:spLocks noGrp="1"/>
          </p:cNvSpPr>
          <p:nvPr>
            <p:ph type="title"/>
          </p:nvPr>
        </p:nvSpPr>
        <p:spPr>
          <a:xfrm>
            <a:off x="598503" y="193906"/>
            <a:ext cx="10515600" cy="487131"/>
          </a:xfrm>
        </p:spPr>
        <p:txBody>
          <a:bodyPr>
            <a:normAutofit/>
          </a:bodyPr>
          <a:lstStyle/>
          <a:p>
            <a:r>
              <a:rPr lang="en-US" sz="2800" dirty="0"/>
              <a:t>Wireframe Notes – 7.1.1 – CRUD Role</a:t>
            </a:r>
          </a:p>
        </p:txBody>
      </p:sp>
      <p:sp>
        <p:nvSpPr>
          <p:cNvPr id="4" name="Date Placeholder 3">
            <a:extLst>
              <a:ext uri="{FF2B5EF4-FFF2-40B4-BE49-F238E27FC236}">
                <a16:creationId xmlns:a16="http://schemas.microsoft.com/office/drawing/2014/main" id="{AA8965CC-EEE0-D5CD-8C24-8F78E8C787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DBBE9C01-2988-A3E0-7268-206CAB9220F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60</a:t>
            </a:fld>
            <a:endParaRPr lang="en-US"/>
          </a:p>
        </p:txBody>
      </p:sp>
      <p:pic>
        <p:nvPicPr>
          <p:cNvPr id="6" name="Picture 5">
            <a:extLst>
              <a:ext uri="{FF2B5EF4-FFF2-40B4-BE49-F238E27FC236}">
                <a16:creationId xmlns:a16="http://schemas.microsoft.com/office/drawing/2014/main" id="{31647928-0930-A568-3556-2A1B6FC737AA}"/>
              </a:ext>
            </a:extLst>
          </p:cNvPr>
          <p:cNvPicPr>
            <a:picLocks noChangeAspect="1"/>
          </p:cNvPicPr>
          <p:nvPr/>
        </p:nvPicPr>
        <p:blipFill>
          <a:blip r:embed="rId4"/>
          <a:stretch>
            <a:fillRect/>
          </a:stretch>
        </p:blipFill>
        <p:spPr>
          <a:xfrm>
            <a:off x="664109" y="678935"/>
            <a:ext cx="9516211" cy="5679517"/>
          </a:xfrm>
          <a:prstGeom prst="rect">
            <a:avLst/>
          </a:prstGeom>
        </p:spPr>
      </p:pic>
    </p:spTree>
    <p:extLst>
      <p:ext uri="{BB962C8B-B14F-4D97-AF65-F5344CB8AC3E}">
        <p14:creationId xmlns:p14="http://schemas.microsoft.com/office/powerpoint/2010/main" val="189355083"/>
      </p:ext>
    </p:extLst>
  </p:cSld>
  <p:clrMapOvr>
    <a:masterClrMapping/>
  </p:clrMapOvr>
  <p:extLst>
    <p:ext uri="{6950BFC3-D8DA-4A85-94F7-54DA5524770B}">
      <p188:commentRel xmlns:p188="http://schemas.microsoft.com/office/powerpoint/2018/8/main" r:id="rId3"/>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107F-95BF-53F3-27F0-1AF188CA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1A447-28DA-1A91-C7FE-8C8E67421EC7}"/>
              </a:ext>
            </a:extLst>
          </p:cNvPr>
          <p:cNvSpPr>
            <a:spLocks noGrp="1"/>
          </p:cNvSpPr>
          <p:nvPr>
            <p:ph type="title"/>
          </p:nvPr>
        </p:nvSpPr>
        <p:spPr>
          <a:xfrm>
            <a:off x="598503" y="193906"/>
            <a:ext cx="10515600" cy="487131"/>
          </a:xfrm>
        </p:spPr>
        <p:txBody>
          <a:bodyPr>
            <a:normAutofit/>
          </a:bodyPr>
          <a:lstStyle/>
          <a:p>
            <a:r>
              <a:rPr lang="en-US" sz="2800" dirty="0"/>
              <a:t>Wireframe Notes – 7.2 – User Management</a:t>
            </a:r>
          </a:p>
        </p:txBody>
      </p:sp>
      <p:sp>
        <p:nvSpPr>
          <p:cNvPr id="4" name="Date Placeholder 3">
            <a:extLst>
              <a:ext uri="{FF2B5EF4-FFF2-40B4-BE49-F238E27FC236}">
                <a16:creationId xmlns:a16="http://schemas.microsoft.com/office/drawing/2014/main" id="{584F21E2-54F7-3A2C-394B-28B481FCEB0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F8513A3A-90B5-A7D8-A005-FCE3C22E1C7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61</a:t>
            </a:fld>
            <a:endParaRPr lang="en-US"/>
          </a:p>
        </p:txBody>
      </p:sp>
      <p:sp>
        <p:nvSpPr>
          <p:cNvPr id="7" name="TextBox 6">
            <a:extLst>
              <a:ext uri="{FF2B5EF4-FFF2-40B4-BE49-F238E27FC236}">
                <a16:creationId xmlns:a16="http://schemas.microsoft.com/office/drawing/2014/main" id="{3EACE0A1-C0D6-1185-3C45-A2573D884E7A}"/>
              </a:ext>
            </a:extLst>
          </p:cNvPr>
          <p:cNvSpPr txBox="1"/>
          <p:nvPr/>
        </p:nvSpPr>
        <p:spPr>
          <a:xfrm>
            <a:off x="8782493" y="136525"/>
            <a:ext cx="3409507" cy="1200329"/>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Users (Roles)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a new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 a selected current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an only Edit one user at a time.</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navigate between admin screens via navigation.</a:t>
            </a:r>
            <a:endParaRPr lang="en-US" sz="1200" dirty="0">
              <a:latin typeface="Century Gothic" panose="020B0502020202020204" pitchFamily="34" charset="0"/>
            </a:endParaRPr>
          </a:p>
        </p:txBody>
      </p:sp>
      <p:pic>
        <p:nvPicPr>
          <p:cNvPr id="6" name="Picture 5">
            <a:extLst>
              <a:ext uri="{FF2B5EF4-FFF2-40B4-BE49-F238E27FC236}">
                <a16:creationId xmlns:a16="http://schemas.microsoft.com/office/drawing/2014/main" id="{CBEE307D-E206-B1D7-01D4-E5AF1A6AC077}"/>
              </a:ext>
            </a:extLst>
          </p:cNvPr>
          <p:cNvPicPr>
            <a:picLocks noChangeAspect="1"/>
          </p:cNvPicPr>
          <p:nvPr/>
        </p:nvPicPr>
        <p:blipFill>
          <a:blip r:embed="rId4"/>
          <a:stretch>
            <a:fillRect/>
          </a:stretch>
        </p:blipFill>
        <p:spPr>
          <a:xfrm>
            <a:off x="598503" y="681037"/>
            <a:ext cx="8322935" cy="5533050"/>
          </a:xfrm>
          <a:prstGeom prst="rect">
            <a:avLst/>
          </a:prstGeom>
        </p:spPr>
      </p:pic>
    </p:spTree>
    <p:extLst>
      <p:ext uri="{BB962C8B-B14F-4D97-AF65-F5344CB8AC3E}">
        <p14:creationId xmlns:p14="http://schemas.microsoft.com/office/powerpoint/2010/main" val="227883026"/>
      </p:ext>
    </p:extLst>
  </p:cSld>
  <p:clrMapOvr>
    <a:masterClrMapping/>
  </p:clrMapOvr>
  <p:extLst>
    <p:ext uri="{6950BFC3-D8DA-4A85-94F7-54DA5524770B}">
      <p188:commentRel xmlns:p188="http://schemas.microsoft.com/office/powerpoint/2018/8/main" r:id="rId3"/>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01EA-261E-810A-3ADC-850475262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F181B-AD3F-0C82-3992-FB0D8C5773E7}"/>
              </a:ext>
            </a:extLst>
          </p:cNvPr>
          <p:cNvSpPr>
            <a:spLocks noGrp="1"/>
          </p:cNvSpPr>
          <p:nvPr>
            <p:ph type="title"/>
          </p:nvPr>
        </p:nvSpPr>
        <p:spPr>
          <a:xfrm>
            <a:off x="598503" y="193906"/>
            <a:ext cx="10515600" cy="487131"/>
          </a:xfrm>
        </p:spPr>
        <p:txBody>
          <a:bodyPr>
            <a:normAutofit/>
          </a:bodyPr>
          <a:lstStyle/>
          <a:p>
            <a:r>
              <a:rPr lang="en-US" sz="2800" dirty="0"/>
              <a:t>Wireframe Notes – 7.2.1 – CRUD User (Add/Edit)</a:t>
            </a:r>
          </a:p>
        </p:txBody>
      </p:sp>
      <p:sp>
        <p:nvSpPr>
          <p:cNvPr id="4" name="Date Placeholder 3">
            <a:extLst>
              <a:ext uri="{FF2B5EF4-FFF2-40B4-BE49-F238E27FC236}">
                <a16:creationId xmlns:a16="http://schemas.microsoft.com/office/drawing/2014/main" id="{81470CDF-AE8E-9C56-6DF2-D0E537B3DF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1057F635-90FA-F29B-F608-D27675FC188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62</a:t>
            </a:fld>
            <a:endParaRPr lang="en-US"/>
          </a:p>
        </p:txBody>
      </p:sp>
      <p:pic>
        <p:nvPicPr>
          <p:cNvPr id="6" name="Picture 5">
            <a:extLst>
              <a:ext uri="{FF2B5EF4-FFF2-40B4-BE49-F238E27FC236}">
                <a16:creationId xmlns:a16="http://schemas.microsoft.com/office/drawing/2014/main" id="{3A787959-227E-7D03-5F15-943CD7D9BA6A}"/>
              </a:ext>
            </a:extLst>
          </p:cNvPr>
          <p:cNvPicPr>
            <a:picLocks noChangeAspect="1"/>
          </p:cNvPicPr>
          <p:nvPr/>
        </p:nvPicPr>
        <p:blipFill>
          <a:blip r:embed="rId4"/>
          <a:stretch>
            <a:fillRect/>
          </a:stretch>
        </p:blipFill>
        <p:spPr>
          <a:xfrm>
            <a:off x="598503" y="707621"/>
            <a:ext cx="4013993" cy="6088285"/>
          </a:xfrm>
          <a:prstGeom prst="rect">
            <a:avLst/>
          </a:prstGeom>
          <a:ln>
            <a:solidFill>
              <a:schemeClr val="bg1">
                <a:lumMod val="85000"/>
              </a:schemeClr>
            </a:solidFill>
          </a:ln>
        </p:spPr>
      </p:pic>
      <p:pic>
        <p:nvPicPr>
          <p:cNvPr id="8" name="Picture 7">
            <a:extLst>
              <a:ext uri="{FF2B5EF4-FFF2-40B4-BE49-F238E27FC236}">
                <a16:creationId xmlns:a16="http://schemas.microsoft.com/office/drawing/2014/main" id="{7F3B007C-2A5B-4437-06C2-44444D2EEF92}"/>
              </a:ext>
            </a:extLst>
          </p:cNvPr>
          <p:cNvPicPr>
            <a:picLocks noChangeAspect="1"/>
          </p:cNvPicPr>
          <p:nvPr/>
        </p:nvPicPr>
        <p:blipFill>
          <a:blip r:embed="rId5"/>
          <a:stretch>
            <a:fillRect/>
          </a:stretch>
        </p:blipFill>
        <p:spPr>
          <a:xfrm>
            <a:off x="5701696" y="718254"/>
            <a:ext cx="4027146" cy="6088284"/>
          </a:xfrm>
          <a:prstGeom prst="rect">
            <a:avLst/>
          </a:prstGeom>
          <a:ln w="3175">
            <a:solidFill>
              <a:schemeClr val="bg1">
                <a:lumMod val="85000"/>
              </a:schemeClr>
            </a:solidFill>
          </a:ln>
        </p:spPr>
      </p:pic>
    </p:spTree>
    <p:extLst>
      <p:ext uri="{BB962C8B-B14F-4D97-AF65-F5344CB8AC3E}">
        <p14:creationId xmlns:p14="http://schemas.microsoft.com/office/powerpoint/2010/main" val="1771833481"/>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29A2-1BA1-C19A-3E8E-5A621EA9EBC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BBCD9D3-9342-CA5E-8DBC-D4D05099833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6B54D0BE-647C-0D0D-D590-422FFE97906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63</a:t>
            </a:fld>
            <a:endParaRPr lang="en-US"/>
          </a:p>
        </p:txBody>
      </p:sp>
      <p:graphicFrame>
        <p:nvGraphicFramePr>
          <p:cNvPr id="3" name="Table 2">
            <a:extLst>
              <a:ext uri="{FF2B5EF4-FFF2-40B4-BE49-F238E27FC236}">
                <a16:creationId xmlns:a16="http://schemas.microsoft.com/office/drawing/2014/main" id="{CDC7B4C1-F485-7598-9713-7EBD9EFD787F}"/>
              </a:ext>
            </a:extLst>
          </p:cNvPr>
          <p:cNvGraphicFramePr>
            <a:graphicFrameLocks noGrp="1"/>
          </p:cNvGraphicFramePr>
          <p:nvPr>
            <p:extLst>
              <p:ext uri="{D42A27DB-BD31-4B8C-83A1-F6EECF244321}">
                <p14:modId xmlns:p14="http://schemas.microsoft.com/office/powerpoint/2010/main" val="2674295597"/>
              </p:ext>
            </p:extLst>
          </p:nvPr>
        </p:nvGraphicFramePr>
        <p:xfrm>
          <a:off x="598501" y="892926"/>
          <a:ext cx="11156353" cy="3833225"/>
        </p:xfrm>
        <a:graphic>
          <a:graphicData uri="http://schemas.openxmlformats.org/drawingml/2006/table">
            <a:tbl>
              <a:tblPr>
                <a:noFill/>
                <a:tableStyleId>{5C22544A-7EE6-4342-B048-85BDC9FD1C3A}</a:tableStyleId>
              </a:tblPr>
              <a:tblGrid>
                <a:gridCol w="2335469">
                  <a:extLst>
                    <a:ext uri="{9D8B030D-6E8A-4147-A177-3AD203B41FA5}">
                      <a16:colId xmlns:a16="http://schemas.microsoft.com/office/drawing/2014/main" val="1702428333"/>
                    </a:ext>
                  </a:extLst>
                </a:gridCol>
                <a:gridCol w="4669827">
                  <a:extLst>
                    <a:ext uri="{9D8B030D-6E8A-4147-A177-3AD203B41FA5}">
                      <a16:colId xmlns:a16="http://schemas.microsoft.com/office/drawing/2014/main" val="2512105456"/>
                    </a:ext>
                  </a:extLst>
                </a:gridCol>
                <a:gridCol w="1923179">
                  <a:extLst>
                    <a:ext uri="{9D8B030D-6E8A-4147-A177-3AD203B41FA5}">
                      <a16:colId xmlns:a16="http://schemas.microsoft.com/office/drawing/2014/main" val="188091098"/>
                    </a:ext>
                  </a:extLst>
                </a:gridCol>
                <a:gridCol w="2227878">
                  <a:extLst>
                    <a:ext uri="{9D8B030D-6E8A-4147-A177-3AD203B41FA5}">
                      <a16:colId xmlns:a16="http://schemas.microsoft.com/office/drawing/2014/main" val="3766690652"/>
                    </a:ext>
                  </a:extLst>
                </a:gridCol>
              </a:tblGrid>
              <a:tr h="766645">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Method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Description</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Security Level</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Recommended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2294896522"/>
                  </a:ext>
                </a:extLst>
              </a:tr>
              <a:tr h="1031289">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TOTP Authenticator</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Google Authenticator, Microsoft Authenticator, Authy (via QR code/secret)</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Default</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781725828"/>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SMS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via text message</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Optional</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950694585"/>
                  </a:ext>
                </a:extLst>
              </a:tr>
              <a:tr h="502001">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Email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to email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Optional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14904855"/>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Backup Codes</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Downloadable list of one-time recovery codes</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Required upon setup</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534083057"/>
                  </a:ext>
                </a:extLst>
              </a:tr>
            </a:tbl>
          </a:graphicData>
        </a:graphic>
      </p:graphicFrame>
      <p:sp>
        <p:nvSpPr>
          <p:cNvPr id="7" name="TextBox 6">
            <a:extLst>
              <a:ext uri="{FF2B5EF4-FFF2-40B4-BE49-F238E27FC236}">
                <a16:creationId xmlns:a16="http://schemas.microsoft.com/office/drawing/2014/main" id="{4BC92F4A-BD73-1847-C557-F54ABDF48EF9}"/>
              </a:ext>
            </a:extLst>
          </p:cNvPr>
          <p:cNvSpPr txBox="1"/>
          <p:nvPr/>
        </p:nvSpPr>
        <p:spPr>
          <a:xfrm>
            <a:off x="534402" y="4938040"/>
            <a:ext cx="8898355" cy="1200329"/>
          </a:xfrm>
          <a:prstGeom prst="rect">
            <a:avLst/>
          </a:prstGeom>
          <a:noFill/>
        </p:spPr>
        <p:txBody>
          <a:bodyPr wrap="square">
            <a:spAutoFit/>
          </a:bodyPr>
          <a:lstStyle/>
          <a:p>
            <a:pPr>
              <a:buNone/>
            </a:pPr>
            <a:r>
              <a:rPr lang="en-US" dirty="0">
                <a:latin typeface="Century Gothic" panose="020B0502020202020204" pitchFamily="34" charset="0"/>
              </a:rPr>
              <a:t>For Admin Role</a:t>
            </a:r>
          </a:p>
          <a:p>
            <a:pPr marL="285750" indent="-285750">
              <a:buFont typeface="Arial" panose="020B0604020202020204" pitchFamily="34" charset="0"/>
              <a:buChar char="•"/>
            </a:pPr>
            <a:r>
              <a:rPr lang="en-US" dirty="0">
                <a:latin typeface="Century Gothic" panose="020B0502020202020204" pitchFamily="34" charset="0"/>
              </a:rPr>
              <a:t>Enforce TOTP</a:t>
            </a:r>
          </a:p>
          <a:p>
            <a:pPr marL="285750" indent="-285750">
              <a:buFont typeface="Arial" panose="020B0604020202020204" pitchFamily="34" charset="0"/>
              <a:buChar char="•"/>
            </a:pPr>
            <a:r>
              <a:rPr lang="en-US" dirty="0">
                <a:latin typeface="Century Gothic" panose="020B0502020202020204" pitchFamily="34" charset="0"/>
              </a:rPr>
              <a:t>Disallow SMS-only</a:t>
            </a:r>
          </a:p>
          <a:p>
            <a:pPr marL="285750" indent="-285750">
              <a:buFont typeface="Arial" panose="020B0604020202020204" pitchFamily="34" charset="0"/>
              <a:buChar char="•"/>
            </a:pPr>
            <a:r>
              <a:rPr lang="en-US" dirty="0">
                <a:latin typeface="Century Gothic" panose="020B0502020202020204" pitchFamily="34" charset="0"/>
              </a:rPr>
              <a:t>Require periodic re-authentication for critical operations</a:t>
            </a:r>
          </a:p>
        </p:txBody>
      </p:sp>
      <p:sp>
        <p:nvSpPr>
          <p:cNvPr id="10" name="Title 1">
            <a:extLst>
              <a:ext uri="{FF2B5EF4-FFF2-40B4-BE49-F238E27FC236}">
                <a16:creationId xmlns:a16="http://schemas.microsoft.com/office/drawing/2014/main" id="{3D15CEFB-F06C-02AE-44EF-F83C948F6DBE}"/>
              </a:ext>
            </a:extLst>
          </p:cNvPr>
          <p:cNvSpPr txBox="1">
            <a:spLocks/>
          </p:cNvSpPr>
          <p:nvPr/>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spTree>
    <p:extLst>
      <p:ext uri="{BB962C8B-B14F-4D97-AF65-F5344CB8AC3E}">
        <p14:creationId xmlns:p14="http://schemas.microsoft.com/office/powerpoint/2010/main" val="4293751006"/>
      </p:ext>
    </p:extLst>
  </p:cSld>
  <p:clrMapOvr>
    <a:masterClrMapping/>
  </p:clrMapOvr>
  <p:extLst>
    <p:ext uri="{6950BFC3-D8DA-4A85-94F7-54DA5524770B}">
      <p188:commentRel xmlns:p188="http://schemas.microsoft.com/office/powerpoint/2018/8/main" r:id="rId3"/>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D150-DD70-2192-890B-00D9172C2C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40C7C9-853B-9C46-6EFA-560B66951D7B}"/>
              </a:ext>
            </a:extLst>
          </p:cNvPr>
          <p:cNvSpPr txBox="1"/>
          <p:nvPr/>
        </p:nvSpPr>
        <p:spPr>
          <a:xfrm>
            <a:off x="598503" y="870453"/>
            <a:ext cx="8738002" cy="451823"/>
          </a:xfrm>
          <a:prstGeom prst="rect">
            <a:avLst/>
          </a:prstGeom>
        </p:spPr>
        <p:txBody>
          <a:bodyPr vert="horz" lIns="91440" tIns="45720" rIns="91440" bIns="45720" rtlCol="0">
            <a:normAutofit/>
          </a:bodyPr>
          <a:lstStyle/>
          <a:p>
            <a:pPr>
              <a:lnSpc>
                <a:spcPct val="90000"/>
              </a:lnSpc>
              <a:spcBef>
                <a:spcPts val="1000"/>
              </a:spcBef>
            </a:pPr>
            <a:r>
              <a:rPr lang="en-US" sz="2000" i="0" u="none" strike="noStrike" dirty="0">
                <a:effectLst/>
                <a:latin typeface="Century Gothic" panose="020B0502020202020204" pitchFamily="34" charset="0"/>
              </a:rPr>
              <a:t>Data to Collect and Securely Store:</a:t>
            </a:r>
            <a:r>
              <a:rPr lang="en-US" sz="2000" dirty="0">
                <a:latin typeface="Century Gothic" panose="020B0502020202020204" pitchFamily="34" charset="0"/>
              </a:rPr>
              <a:t> </a:t>
            </a:r>
          </a:p>
        </p:txBody>
      </p:sp>
      <p:sp>
        <p:nvSpPr>
          <p:cNvPr id="4" name="Date Placeholder 3">
            <a:extLst>
              <a:ext uri="{FF2B5EF4-FFF2-40B4-BE49-F238E27FC236}">
                <a16:creationId xmlns:a16="http://schemas.microsoft.com/office/drawing/2014/main" id="{520ED06F-9146-EDDB-6DFC-DA64D726B88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528EFCB7-92D5-87E5-B54C-AD31B1CDE1D5}"/>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64</a:t>
            </a:fld>
            <a:endParaRPr lang="en-US"/>
          </a:p>
        </p:txBody>
      </p:sp>
      <p:sp>
        <p:nvSpPr>
          <p:cNvPr id="13" name="Title 1">
            <a:extLst>
              <a:ext uri="{FF2B5EF4-FFF2-40B4-BE49-F238E27FC236}">
                <a16:creationId xmlns:a16="http://schemas.microsoft.com/office/drawing/2014/main" id="{E59ED80D-3677-4E65-B38B-44EB4E6B252A}"/>
              </a:ext>
            </a:extLst>
          </p:cNvPr>
          <p:cNvSpPr txBox="1">
            <a:spLocks/>
          </p:cNvSpPr>
          <p:nvPr/>
        </p:nvSpPr>
        <p:spPr>
          <a:xfrm>
            <a:off x="750903" y="346306"/>
            <a:ext cx="10515600" cy="48713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graphicFrame>
        <p:nvGraphicFramePr>
          <p:cNvPr id="3" name="Table 2">
            <a:extLst>
              <a:ext uri="{FF2B5EF4-FFF2-40B4-BE49-F238E27FC236}">
                <a16:creationId xmlns:a16="http://schemas.microsoft.com/office/drawing/2014/main" id="{80D367FC-B17D-DE7E-8840-DFF6C26FB48B}"/>
              </a:ext>
            </a:extLst>
          </p:cNvPr>
          <p:cNvGraphicFramePr>
            <a:graphicFrameLocks noGrp="1"/>
          </p:cNvGraphicFramePr>
          <p:nvPr>
            <p:extLst>
              <p:ext uri="{D42A27DB-BD31-4B8C-83A1-F6EECF244321}">
                <p14:modId xmlns:p14="http://schemas.microsoft.com/office/powerpoint/2010/main" val="1765731403"/>
              </p:ext>
            </p:extLst>
          </p:nvPr>
        </p:nvGraphicFramePr>
        <p:xfrm>
          <a:off x="699294" y="1458913"/>
          <a:ext cx="8039100" cy="2286000"/>
        </p:xfrm>
        <a:graphic>
          <a:graphicData uri="http://schemas.openxmlformats.org/drawingml/2006/table">
            <a:tbl>
              <a:tblPr/>
              <a:tblGrid>
                <a:gridCol w="3086100">
                  <a:extLst>
                    <a:ext uri="{9D8B030D-6E8A-4147-A177-3AD203B41FA5}">
                      <a16:colId xmlns:a16="http://schemas.microsoft.com/office/drawing/2014/main" val="866787362"/>
                    </a:ext>
                  </a:extLst>
                </a:gridCol>
                <a:gridCol w="4953000">
                  <a:extLst>
                    <a:ext uri="{9D8B030D-6E8A-4147-A177-3AD203B41FA5}">
                      <a16:colId xmlns:a16="http://schemas.microsoft.com/office/drawing/2014/main" val="577137070"/>
                    </a:ext>
                  </a:extLst>
                </a:gridCol>
              </a:tblGrid>
              <a:tr h="228600">
                <a:tc>
                  <a:txBody>
                    <a:bodyPr/>
                    <a:lstStyle/>
                    <a:p>
                      <a:pPr algn="l" rtl="0" fontAlgn="ctr">
                        <a:buNone/>
                      </a:pPr>
                      <a:r>
                        <a:rPr lang="en-US" sz="1400" b="1" i="0" u="none" strike="noStrike">
                          <a:solidFill>
                            <a:srgbClr val="000000"/>
                          </a:solidFill>
                          <a:effectLst/>
                          <a:latin typeface="Century Gothic" panose="020B0502020202020204" pitchFamily="34" charset="0"/>
                        </a:rPr>
                        <a:t>Field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1" i="0" u="none" strike="noStrike">
                          <a:solidFill>
                            <a:srgbClr val="000000"/>
                          </a:solidFill>
                          <a:effectLst/>
                          <a:latin typeface="Century Gothic" panose="020B0502020202020204" pitchFamily="34" charset="0"/>
                        </a:rPr>
                        <a:t>Use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78520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email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Login and recovery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80666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phone_number (optional)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SMS 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00303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totp_secret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TOTP verification (base32-encoded)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01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recovery_codes[]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One-time recovery (hashed or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1278433"/>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2fa_enabled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Boolean toggle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07088"/>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2fa_method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email, sms, totp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49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mfa_verified_at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Timestamp of last verification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49089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is_admin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Flag for admin access (to enforce stricter MFA policies)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0749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device_tokens[] (opt.)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dirty="0">
                          <a:solidFill>
                            <a:srgbClr val="000000"/>
                          </a:solidFill>
                          <a:effectLst/>
                          <a:latin typeface="Century Gothic" panose="020B0502020202020204" pitchFamily="34" charset="0"/>
                        </a:rPr>
                        <a:t>For device trust or remembered sessions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2652586"/>
                  </a:ext>
                </a:extLst>
              </a:tr>
            </a:tbl>
          </a:graphicData>
        </a:graphic>
      </p:graphicFrame>
    </p:spTree>
    <p:extLst>
      <p:ext uri="{BB962C8B-B14F-4D97-AF65-F5344CB8AC3E}">
        <p14:creationId xmlns:p14="http://schemas.microsoft.com/office/powerpoint/2010/main" val="4071549525"/>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B92-61A0-08BF-5BD2-A48E892B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2B6C-B6DE-503B-203B-F23FF739B406}"/>
              </a:ext>
            </a:extLst>
          </p:cNvPr>
          <p:cNvSpPr>
            <a:spLocks noGrp="1"/>
          </p:cNvSpPr>
          <p:nvPr>
            <p:ph type="title"/>
          </p:nvPr>
        </p:nvSpPr>
        <p:spPr/>
        <p:txBody>
          <a:bodyPr/>
          <a:lstStyle/>
          <a:p>
            <a:r>
              <a:rPr lang="en-US" sz="2800" dirty="0"/>
              <a:t>Wireframe Notes – 7.3 – Configuration Settings</a:t>
            </a:r>
          </a:p>
        </p:txBody>
      </p:sp>
      <p:sp>
        <p:nvSpPr>
          <p:cNvPr id="3" name="Content Placeholder 2">
            <a:extLst>
              <a:ext uri="{FF2B5EF4-FFF2-40B4-BE49-F238E27FC236}">
                <a16:creationId xmlns:a16="http://schemas.microsoft.com/office/drawing/2014/main" id="{BAF7FB9C-294B-4339-2CD9-94A681F75D6E}"/>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4520CDC9-5986-B197-BE1E-1C2E76E61EAD}"/>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933BC99A-BCD2-90A8-869B-501ED943BAA0}"/>
              </a:ext>
            </a:extLst>
          </p:cNvPr>
          <p:cNvSpPr>
            <a:spLocks noGrp="1"/>
          </p:cNvSpPr>
          <p:nvPr>
            <p:ph type="sldNum" sz="quarter" idx="12"/>
          </p:nvPr>
        </p:nvSpPr>
        <p:spPr/>
        <p:txBody>
          <a:bodyPr/>
          <a:lstStyle/>
          <a:p>
            <a:fld id="{330EA680-D336-4FF7-8B7A-9848BB0A1C32}" type="slidenum">
              <a:rPr lang="en-US" smtClean="0"/>
              <a:t>65</a:t>
            </a:fld>
            <a:endParaRPr lang="en-US"/>
          </a:p>
        </p:txBody>
      </p:sp>
    </p:spTree>
    <p:extLst>
      <p:ext uri="{BB962C8B-B14F-4D97-AF65-F5344CB8AC3E}">
        <p14:creationId xmlns:p14="http://schemas.microsoft.com/office/powerpoint/2010/main" val="4605637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6D1A-E7FD-990D-7C2D-7FCC64F6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26D1D-CBC7-C8EF-4445-E550EF95F160}"/>
              </a:ext>
            </a:extLst>
          </p:cNvPr>
          <p:cNvSpPr>
            <a:spLocks noGrp="1"/>
          </p:cNvSpPr>
          <p:nvPr>
            <p:ph type="title"/>
          </p:nvPr>
        </p:nvSpPr>
        <p:spPr/>
        <p:txBody>
          <a:bodyPr/>
          <a:lstStyle/>
          <a:p>
            <a:r>
              <a:rPr lang="en-US" sz="2800" dirty="0"/>
              <a:t>Wireframe Notes – 7.3.1 – Google Analytics</a:t>
            </a:r>
          </a:p>
        </p:txBody>
      </p:sp>
      <p:sp>
        <p:nvSpPr>
          <p:cNvPr id="4" name="Date Placeholder 3">
            <a:extLst>
              <a:ext uri="{FF2B5EF4-FFF2-40B4-BE49-F238E27FC236}">
                <a16:creationId xmlns:a16="http://schemas.microsoft.com/office/drawing/2014/main" id="{B6193578-00E8-010C-5133-DF8364A9CA49}"/>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609BBC38-9DA9-F27C-F684-4027C4AFC69F}"/>
              </a:ext>
            </a:extLst>
          </p:cNvPr>
          <p:cNvSpPr>
            <a:spLocks noGrp="1"/>
          </p:cNvSpPr>
          <p:nvPr>
            <p:ph type="sldNum" sz="quarter" idx="12"/>
          </p:nvPr>
        </p:nvSpPr>
        <p:spPr/>
        <p:txBody>
          <a:bodyPr/>
          <a:lstStyle/>
          <a:p>
            <a:fld id="{330EA680-D336-4FF7-8B7A-9848BB0A1C32}" type="slidenum">
              <a:rPr lang="en-US" smtClean="0"/>
              <a:t>66</a:t>
            </a:fld>
            <a:endParaRPr lang="en-US"/>
          </a:p>
        </p:txBody>
      </p:sp>
      <p:pic>
        <p:nvPicPr>
          <p:cNvPr id="11" name="Picture 10">
            <a:extLst>
              <a:ext uri="{FF2B5EF4-FFF2-40B4-BE49-F238E27FC236}">
                <a16:creationId xmlns:a16="http://schemas.microsoft.com/office/drawing/2014/main" id="{5E0304AB-D4B7-7433-011C-F46F7C857644}"/>
              </a:ext>
            </a:extLst>
          </p:cNvPr>
          <p:cNvPicPr>
            <a:picLocks noChangeAspect="1"/>
          </p:cNvPicPr>
          <p:nvPr/>
        </p:nvPicPr>
        <p:blipFill>
          <a:blip r:embed="rId3"/>
          <a:stretch>
            <a:fillRect/>
          </a:stretch>
        </p:blipFill>
        <p:spPr>
          <a:xfrm>
            <a:off x="947007" y="846137"/>
            <a:ext cx="5268785" cy="5510213"/>
          </a:xfrm>
          <a:prstGeom prst="rect">
            <a:avLst/>
          </a:prstGeom>
        </p:spPr>
      </p:pic>
      <p:pic>
        <p:nvPicPr>
          <p:cNvPr id="13" name="Picture 12">
            <a:extLst>
              <a:ext uri="{FF2B5EF4-FFF2-40B4-BE49-F238E27FC236}">
                <a16:creationId xmlns:a16="http://schemas.microsoft.com/office/drawing/2014/main" id="{742D8261-2377-5A2A-AA17-6C43EBD04465}"/>
              </a:ext>
            </a:extLst>
          </p:cNvPr>
          <p:cNvPicPr>
            <a:picLocks noChangeAspect="1"/>
          </p:cNvPicPr>
          <p:nvPr/>
        </p:nvPicPr>
        <p:blipFill>
          <a:blip r:embed="rId4"/>
          <a:stretch>
            <a:fillRect/>
          </a:stretch>
        </p:blipFill>
        <p:spPr>
          <a:xfrm>
            <a:off x="6650610" y="879475"/>
            <a:ext cx="5267994" cy="5581650"/>
          </a:xfrm>
          <a:prstGeom prst="rect">
            <a:avLst/>
          </a:prstGeom>
        </p:spPr>
      </p:pic>
    </p:spTree>
    <p:extLst>
      <p:ext uri="{BB962C8B-B14F-4D97-AF65-F5344CB8AC3E}">
        <p14:creationId xmlns:p14="http://schemas.microsoft.com/office/powerpoint/2010/main" val="23593096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209B-4F23-97D7-14CB-5BFBCE648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D91C1-B37A-A4CC-77C1-9F9C41DCA6A1}"/>
              </a:ext>
            </a:extLst>
          </p:cNvPr>
          <p:cNvSpPr>
            <a:spLocks noGrp="1"/>
          </p:cNvSpPr>
          <p:nvPr>
            <p:ph type="title"/>
          </p:nvPr>
        </p:nvSpPr>
        <p:spPr/>
        <p:txBody>
          <a:bodyPr/>
          <a:lstStyle/>
          <a:p>
            <a:r>
              <a:rPr lang="en-US" sz="2800" dirty="0"/>
              <a:t>Wireframe Notes – 7.4 – API Management</a:t>
            </a:r>
          </a:p>
        </p:txBody>
      </p:sp>
      <p:sp>
        <p:nvSpPr>
          <p:cNvPr id="4" name="Date Placeholder 3">
            <a:extLst>
              <a:ext uri="{FF2B5EF4-FFF2-40B4-BE49-F238E27FC236}">
                <a16:creationId xmlns:a16="http://schemas.microsoft.com/office/drawing/2014/main" id="{26370A2B-D142-71AC-DEEA-DE9830AE46CC}"/>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C1E68917-2F12-BC1D-4CB6-67AC78DD1D59}"/>
              </a:ext>
            </a:extLst>
          </p:cNvPr>
          <p:cNvSpPr>
            <a:spLocks noGrp="1"/>
          </p:cNvSpPr>
          <p:nvPr>
            <p:ph type="sldNum" sz="quarter" idx="12"/>
          </p:nvPr>
        </p:nvSpPr>
        <p:spPr/>
        <p:txBody>
          <a:bodyPr/>
          <a:lstStyle/>
          <a:p>
            <a:fld id="{330EA680-D336-4FF7-8B7A-9848BB0A1C32}" type="slidenum">
              <a:rPr lang="en-US" smtClean="0"/>
              <a:t>67</a:t>
            </a:fld>
            <a:endParaRPr lang="en-US"/>
          </a:p>
        </p:txBody>
      </p:sp>
      <p:pic>
        <p:nvPicPr>
          <p:cNvPr id="8" name="Picture 7">
            <a:extLst>
              <a:ext uri="{FF2B5EF4-FFF2-40B4-BE49-F238E27FC236}">
                <a16:creationId xmlns:a16="http://schemas.microsoft.com/office/drawing/2014/main" id="{C19618A7-F2DC-B324-D938-6CC7681FE2F7}"/>
              </a:ext>
            </a:extLst>
          </p:cNvPr>
          <p:cNvPicPr>
            <a:picLocks noChangeAspect="1"/>
          </p:cNvPicPr>
          <p:nvPr/>
        </p:nvPicPr>
        <p:blipFill>
          <a:blip r:embed="rId3"/>
          <a:stretch>
            <a:fillRect/>
          </a:stretch>
        </p:blipFill>
        <p:spPr>
          <a:xfrm>
            <a:off x="598504" y="773612"/>
            <a:ext cx="8459772" cy="5970692"/>
          </a:xfrm>
          <a:prstGeom prst="rect">
            <a:avLst/>
          </a:prstGeom>
        </p:spPr>
      </p:pic>
    </p:spTree>
    <p:extLst>
      <p:ext uri="{BB962C8B-B14F-4D97-AF65-F5344CB8AC3E}">
        <p14:creationId xmlns:p14="http://schemas.microsoft.com/office/powerpoint/2010/main" val="3552952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027B-50EA-C780-DD5F-A0E05F70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F890F-C0E7-5BDD-0049-B437DA934CBA}"/>
              </a:ext>
            </a:extLst>
          </p:cNvPr>
          <p:cNvSpPr>
            <a:spLocks noGrp="1"/>
          </p:cNvSpPr>
          <p:nvPr>
            <p:ph type="title"/>
          </p:nvPr>
        </p:nvSpPr>
        <p:spPr/>
        <p:txBody>
          <a:bodyPr/>
          <a:lstStyle/>
          <a:p>
            <a:r>
              <a:rPr lang="en-US" sz="2800" dirty="0"/>
              <a:t>Wireframe Notes – 7.4.1 – Amazon API  Integration</a:t>
            </a:r>
          </a:p>
        </p:txBody>
      </p:sp>
      <p:sp>
        <p:nvSpPr>
          <p:cNvPr id="3" name="Content Placeholder 2">
            <a:extLst>
              <a:ext uri="{FF2B5EF4-FFF2-40B4-BE49-F238E27FC236}">
                <a16:creationId xmlns:a16="http://schemas.microsoft.com/office/drawing/2014/main" id="{2AB5384C-4706-E199-5503-B78F9D1DB197}"/>
              </a:ext>
            </a:extLst>
          </p:cNvPr>
          <p:cNvSpPr>
            <a:spLocks noGrp="1"/>
          </p:cNvSpPr>
          <p:nvPr>
            <p:ph idx="1"/>
          </p:nvPr>
        </p:nvSpPr>
        <p:spPr>
          <a:xfrm>
            <a:off x="598503" y="868055"/>
            <a:ext cx="10755297" cy="487132"/>
          </a:xfrm>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Sample JSON to send to Amazon</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1966A050-7991-D01F-C4B9-46FB1F5BA0E1}"/>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AF34D916-35B0-95AC-BE27-A17D8EEA920B}"/>
              </a:ext>
            </a:extLst>
          </p:cNvPr>
          <p:cNvSpPr>
            <a:spLocks noGrp="1"/>
          </p:cNvSpPr>
          <p:nvPr>
            <p:ph type="sldNum" sz="quarter" idx="12"/>
          </p:nvPr>
        </p:nvSpPr>
        <p:spPr/>
        <p:txBody>
          <a:bodyPr/>
          <a:lstStyle/>
          <a:p>
            <a:fld id="{330EA680-D336-4FF7-8B7A-9848BB0A1C32}" type="slidenum">
              <a:rPr lang="en-US" smtClean="0"/>
              <a:t>68</a:t>
            </a:fld>
            <a:endParaRPr lang="en-US"/>
          </a:p>
        </p:txBody>
      </p:sp>
      <p:sp>
        <p:nvSpPr>
          <p:cNvPr id="9" name="TextBox 8">
            <a:extLst>
              <a:ext uri="{FF2B5EF4-FFF2-40B4-BE49-F238E27FC236}">
                <a16:creationId xmlns:a16="http://schemas.microsoft.com/office/drawing/2014/main" id="{0946A382-1876-8A44-C690-F3D83AC68D63}"/>
              </a:ext>
            </a:extLst>
          </p:cNvPr>
          <p:cNvSpPr txBox="1"/>
          <p:nvPr/>
        </p:nvSpPr>
        <p:spPr>
          <a:xfrm>
            <a:off x="851984" y="1346942"/>
            <a:ext cx="5124167" cy="4524315"/>
          </a:xfrm>
          <a:prstGeom prst="rect">
            <a:avLst/>
          </a:prstGeom>
          <a:noFill/>
        </p:spPr>
        <p:txBody>
          <a:bodyPr wrap="square">
            <a:spAutoFit/>
          </a:bodyPr>
          <a:lstStyle/>
          <a:p>
            <a:r>
              <a:rPr lang="en-US" sz="1200" dirty="0"/>
              <a:t>[</a:t>
            </a:r>
          </a:p>
          <a:p>
            <a:r>
              <a:rPr lang="en-US" sz="1200" dirty="0"/>
              <a:t>  {</a:t>
            </a:r>
          </a:p>
          <a:p>
            <a:r>
              <a:rPr lang="en-US" sz="1200" dirty="0"/>
              <a:t>    "</a:t>
            </a:r>
            <a:r>
              <a:rPr lang="en-US" sz="1200" dirty="0" err="1"/>
              <a:t>product_name</a:t>
            </a:r>
            <a:r>
              <a:rPr lang="en-US" sz="1200" dirty="0"/>
              <a:t>": "</a:t>
            </a:r>
            <a:r>
              <a:rPr lang="en-US" sz="1200" dirty="0" err="1"/>
              <a:t>EcoSmart</a:t>
            </a:r>
            <a:r>
              <a:rPr lang="en-US" sz="1200" dirty="0"/>
              <a:t> LED Bulb",</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"123456789012",</a:t>
            </a:r>
          </a:p>
          <a:p>
            <a:r>
              <a:rPr lang="en-US" sz="1200" dirty="0"/>
              <a:t>    "</a:t>
            </a:r>
            <a:r>
              <a:rPr lang="en-US" sz="1200" dirty="0" err="1"/>
              <a:t>certification_country</a:t>
            </a:r>
            <a:r>
              <a:rPr lang="en-US" sz="1200" dirty="0"/>
              <a:t>": "US",</a:t>
            </a:r>
          </a:p>
          <a:p>
            <a:r>
              <a:rPr lang="en-US" sz="1200" dirty="0"/>
              <a:t>    "</a:t>
            </a:r>
            <a:r>
              <a:rPr lang="en-US" sz="1200" dirty="0" err="1"/>
              <a:t>certification_agency</a:t>
            </a:r>
            <a:r>
              <a:rPr lang="en-US" sz="1200" dirty="0"/>
              <a:t>": "</a:t>
            </a:r>
            <a:r>
              <a:rPr lang="en-US" sz="1200" dirty="0" err="1"/>
              <a:t>greencircle_energy_savings</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"2025-12-31",</a:t>
            </a:r>
          </a:p>
          <a:p>
            <a:r>
              <a:rPr lang="en-US" sz="1200" dirty="0"/>
              <a:t>    "</a:t>
            </a:r>
            <a:r>
              <a:rPr lang="en-US" sz="1200" dirty="0" err="1"/>
              <a:t>certification_status</a:t>
            </a:r>
            <a:r>
              <a:rPr lang="en-US" sz="1200" dirty="0"/>
              <a:t>": "certified"</a:t>
            </a:r>
          </a:p>
          <a:p>
            <a:r>
              <a:rPr lang="en-US" sz="1200" dirty="0"/>
              <a:t>  },</a:t>
            </a:r>
          </a:p>
          <a:p>
            <a:r>
              <a:rPr lang="en-US" sz="1200" dirty="0"/>
              <a:t>  {</a:t>
            </a:r>
          </a:p>
          <a:p>
            <a:r>
              <a:rPr lang="en-US" sz="1200" dirty="0"/>
              <a:t>    "</a:t>
            </a:r>
            <a:r>
              <a:rPr lang="en-US" sz="1200" dirty="0" err="1"/>
              <a:t>product_name</a:t>
            </a:r>
            <a:r>
              <a:rPr lang="en-US" sz="1200" dirty="0"/>
              <a:t>": "Recycled Office Chair",</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"9876543210987",</a:t>
            </a:r>
          </a:p>
          <a:p>
            <a:r>
              <a:rPr lang="en-US" sz="1200" dirty="0"/>
              <a:t>    "</a:t>
            </a:r>
            <a:r>
              <a:rPr lang="en-US" sz="1200" dirty="0" err="1"/>
              <a:t>certification_country</a:t>
            </a:r>
            <a:r>
              <a:rPr lang="en-US" sz="1200" dirty="0"/>
              <a:t>": "UK",</a:t>
            </a:r>
          </a:p>
          <a:p>
            <a:r>
              <a:rPr lang="en-US" sz="1200" dirty="0"/>
              <a:t>    "</a:t>
            </a:r>
            <a:r>
              <a:rPr lang="en-US" sz="1200" dirty="0" err="1"/>
              <a:t>certification_agency</a:t>
            </a:r>
            <a:r>
              <a:rPr lang="en-US" sz="1200" dirty="0"/>
              <a:t>": "</a:t>
            </a:r>
            <a:r>
              <a:rPr lang="en-US" sz="1200" dirty="0" err="1"/>
              <a:t>greencircle_recycled_content</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"2024-11-01",</a:t>
            </a:r>
          </a:p>
          <a:p>
            <a:r>
              <a:rPr lang="en-US" sz="1200" dirty="0"/>
              <a:t>    "</a:t>
            </a:r>
            <a:r>
              <a:rPr lang="en-US" sz="1200" dirty="0" err="1"/>
              <a:t>certification_status</a:t>
            </a:r>
            <a:r>
              <a:rPr lang="en-US" sz="1200" dirty="0"/>
              <a:t>": "not certified"</a:t>
            </a:r>
          </a:p>
          <a:p>
            <a:r>
              <a:rPr lang="en-US" sz="1200" dirty="0"/>
              <a:t>  }</a:t>
            </a:r>
          </a:p>
          <a:p>
            <a:r>
              <a:rPr lang="en-US" sz="1200" dirty="0"/>
              <a:t>]</a:t>
            </a:r>
          </a:p>
        </p:txBody>
      </p:sp>
    </p:spTree>
    <p:extLst>
      <p:ext uri="{BB962C8B-B14F-4D97-AF65-F5344CB8AC3E}">
        <p14:creationId xmlns:p14="http://schemas.microsoft.com/office/powerpoint/2010/main" val="2230329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9DB7-075A-7F3C-0EFA-BC715DBA5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EB179-5D5C-3B7D-2919-FEE629A138F9}"/>
              </a:ext>
            </a:extLst>
          </p:cNvPr>
          <p:cNvSpPr>
            <a:spLocks noGrp="1"/>
          </p:cNvSpPr>
          <p:nvPr>
            <p:ph type="title"/>
          </p:nvPr>
        </p:nvSpPr>
        <p:spPr/>
        <p:txBody>
          <a:bodyPr/>
          <a:lstStyle/>
          <a:p>
            <a:r>
              <a:rPr lang="en-US" sz="2800" dirty="0"/>
              <a:t>Wireframe Notes – 7.5 – Data Management</a:t>
            </a:r>
          </a:p>
        </p:txBody>
      </p:sp>
      <p:sp>
        <p:nvSpPr>
          <p:cNvPr id="3" name="Content Placeholder 2">
            <a:extLst>
              <a:ext uri="{FF2B5EF4-FFF2-40B4-BE49-F238E27FC236}">
                <a16:creationId xmlns:a16="http://schemas.microsoft.com/office/drawing/2014/main" id="{43EB4122-52EB-0462-81F4-5ABB134ED68C}"/>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2BF2FA1F-D123-1B8C-15D7-CAB7174EEAC5}"/>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5D99AE4D-D5BC-2ECD-A6D4-22BA75342ABA}"/>
              </a:ext>
            </a:extLst>
          </p:cNvPr>
          <p:cNvSpPr>
            <a:spLocks noGrp="1"/>
          </p:cNvSpPr>
          <p:nvPr>
            <p:ph type="sldNum" sz="quarter" idx="12"/>
          </p:nvPr>
        </p:nvSpPr>
        <p:spPr/>
        <p:txBody>
          <a:bodyPr/>
          <a:lstStyle/>
          <a:p>
            <a:fld id="{330EA680-D336-4FF7-8B7A-9848BB0A1C32}" type="slidenum">
              <a:rPr lang="en-US" smtClean="0"/>
              <a:t>69</a:t>
            </a:fld>
            <a:endParaRPr lang="en-US"/>
          </a:p>
        </p:txBody>
      </p:sp>
    </p:spTree>
    <p:extLst>
      <p:ext uri="{BB962C8B-B14F-4D97-AF65-F5344CB8AC3E}">
        <p14:creationId xmlns:p14="http://schemas.microsoft.com/office/powerpoint/2010/main" val="30027368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1D98-1855-D154-0AF8-8F9247D42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0800-DCDF-CC65-B005-0058E6C0DDE2}"/>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a:t>
            </a:r>
          </a:p>
        </p:txBody>
      </p:sp>
      <p:sp>
        <p:nvSpPr>
          <p:cNvPr id="4" name="Date Placeholder 3">
            <a:extLst>
              <a:ext uri="{FF2B5EF4-FFF2-40B4-BE49-F238E27FC236}">
                <a16:creationId xmlns:a16="http://schemas.microsoft.com/office/drawing/2014/main" id="{8F0429D1-C51C-95E2-66DD-A29D0D9DEA9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C226BFC0-4E52-0413-2D26-CA27CA9D81D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70</a:t>
            </a:fld>
            <a:endParaRPr lang="en-US"/>
          </a:p>
        </p:txBody>
      </p:sp>
      <p:pic>
        <p:nvPicPr>
          <p:cNvPr id="6" name="Picture 5">
            <a:extLst>
              <a:ext uri="{FF2B5EF4-FFF2-40B4-BE49-F238E27FC236}">
                <a16:creationId xmlns:a16="http://schemas.microsoft.com/office/drawing/2014/main" id="{CADF803F-8EEB-4888-2E7A-B170455D1E2C}"/>
              </a:ext>
            </a:extLst>
          </p:cNvPr>
          <p:cNvPicPr>
            <a:picLocks noChangeAspect="1"/>
          </p:cNvPicPr>
          <p:nvPr/>
        </p:nvPicPr>
        <p:blipFill>
          <a:blip r:embed="rId3"/>
          <a:stretch>
            <a:fillRect/>
          </a:stretch>
        </p:blipFill>
        <p:spPr>
          <a:xfrm>
            <a:off x="437189" y="829340"/>
            <a:ext cx="9369479" cy="6028660"/>
          </a:xfrm>
          <a:prstGeom prst="rect">
            <a:avLst/>
          </a:prstGeom>
        </p:spPr>
      </p:pic>
    </p:spTree>
    <p:extLst>
      <p:ext uri="{BB962C8B-B14F-4D97-AF65-F5344CB8AC3E}">
        <p14:creationId xmlns:p14="http://schemas.microsoft.com/office/powerpoint/2010/main" val="3061614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C731-72D1-84E2-5B1C-CDDBE5C64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1B739-2052-688C-3BA4-BAE6A0930814}"/>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(Add)</a:t>
            </a:r>
          </a:p>
        </p:txBody>
      </p:sp>
      <p:sp>
        <p:nvSpPr>
          <p:cNvPr id="4" name="Date Placeholder 3">
            <a:extLst>
              <a:ext uri="{FF2B5EF4-FFF2-40B4-BE49-F238E27FC236}">
                <a16:creationId xmlns:a16="http://schemas.microsoft.com/office/drawing/2014/main" id="{41845AD8-7BE0-D289-9B33-023AD8B14BF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2B04F0BE-77E2-2D73-29B9-7085E278DBA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71</a:t>
            </a:fld>
            <a:endParaRPr lang="en-US"/>
          </a:p>
        </p:txBody>
      </p:sp>
      <p:sp>
        <p:nvSpPr>
          <p:cNvPr id="7" name="TextBox 6">
            <a:extLst>
              <a:ext uri="{FF2B5EF4-FFF2-40B4-BE49-F238E27FC236}">
                <a16:creationId xmlns:a16="http://schemas.microsoft.com/office/drawing/2014/main" id="{624AC6A6-97CC-6EAE-40BB-BA0AE3699956}"/>
              </a:ext>
            </a:extLst>
          </p:cNvPr>
          <p:cNvSpPr txBox="1"/>
          <p:nvPr/>
        </p:nvSpPr>
        <p:spPr>
          <a:xfrm>
            <a:off x="9218428" y="964351"/>
            <a:ext cx="2775098" cy="341632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Century Gothic" panose="020B0502020202020204" pitchFamily="34" charset="0"/>
              </a:rPr>
              <a:t>This is the Certificate Types Admin View.</a:t>
            </a:r>
          </a:p>
          <a:p>
            <a:pPr marL="285750" indent="-285750">
              <a:buFont typeface="Arial" panose="020B0604020202020204" pitchFamily="34" charset="0"/>
              <a:buChar char="•"/>
            </a:pPr>
            <a:r>
              <a:rPr lang="en-US" sz="1600" dirty="0">
                <a:latin typeface="Century Gothic" panose="020B0502020202020204" pitchFamily="34" charset="0"/>
              </a:rPr>
              <a:t>Ability to Add or Edit Certificate Types.</a:t>
            </a:r>
          </a:p>
          <a:p>
            <a:pPr marL="285750" indent="-285750">
              <a:buFont typeface="Arial" panose="020B0604020202020204" pitchFamily="34" charset="0"/>
              <a:buChar char="•"/>
            </a:pPr>
            <a:r>
              <a:rPr lang="en-US" sz="1600" dirty="0">
                <a:latin typeface="Century Gothic" panose="020B0502020202020204" pitchFamily="34" charset="0"/>
              </a:rPr>
              <a:t>The save row in the screenshot is to show the add view of the data grid. It would only be visible when a user clicks the Add New Certificate Type Button.</a:t>
            </a:r>
          </a:p>
          <a:p>
            <a:pPr marL="285750" indent="-285750">
              <a:buFont typeface="Arial" panose="020B0604020202020204" pitchFamily="34" charset="0"/>
              <a:buChar char="•"/>
            </a:pPr>
            <a:endParaRPr lang="en-US" sz="1200" dirty="0">
              <a:latin typeface="Century Gothic" panose="020B0502020202020204" pitchFamily="34" charset="0"/>
            </a:endParaRPr>
          </a:p>
          <a:p>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93348F42-0FC8-3576-F647-CDE128664EBB}"/>
              </a:ext>
            </a:extLst>
          </p:cNvPr>
          <p:cNvPicPr>
            <a:picLocks noChangeAspect="1"/>
          </p:cNvPicPr>
          <p:nvPr/>
        </p:nvPicPr>
        <p:blipFill>
          <a:blip r:embed="rId3"/>
          <a:stretch>
            <a:fillRect/>
          </a:stretch>
        </p:blipFill>
        <p:spPr>
          <a:xfrm>
            <a:off x="598503" y="839916"/>
            <a:ext cx="8317359" cy="5824178"/>
          </a:xfrm>
          <a:prstGeom prst="rect">
            <a:avLst/>
          </a:prstGeom>
        </p:spPr>
      </p:pic>
    </p:spTree>
    <p:extLst>
      <p:ext uri="{BB962C8B-B14F-4D97-AF65-F5344CB8AC3E}">
        <p14:creationId xmlns:p14="http://schemas.microsoft.com/office/powerpoint/2010/main" val="22088749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EF95-FA62-B69F-6D69-326CB8DB0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1E855-0646-0796-94B4-2783A8E88F48}"/>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(Edit)</a:t>
            </a:r>
          </a:p>
        </p:txBody>
      </p:sp>
      <p:sp>
        <p:nvSpPr>
          <p:cNvPr id="4" name="Date Placeholder 3">
            <a:extLst>
              <a:ext uri="{FF2B5EF4-FFF2-40B4-BE49-F238E27FC236}">
                <a16:creationId xmlns:a16="http://schemas.microsoft.com/office/drawing/2014/main" id="{FD5A88C3-49E2-CF6F-50C1-0A88332ECE7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E58D4644-D51A-4619-1E5B-8B91C95BD39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72</a:t>
            </a:fld>
            <a:endParaRPr lang="en-US"/>
          </a:p>
        </p:txBody>
      </p:sp>
      <p:pic>
        <p:nvPicPr>
          <p:cNvPr id="12" name="Picture 11">
            <a:extLst>
              <a:ext uri="{FF2B5EF4-FFF2-40B4-BE49-F238E27FC236}">
                <a16:creationId xmlns:a16="http://schemas.microsoft.com/office/drawing/2014/main" id="{998D465C-87B5-6A16-ADD4-449A4F8CA1B5}"/>
              </a:ext>
            </a:extLst>
          </p:cNvPr>
          <p:cNvPicPr>
            <a:picLocks noChangeAspect="1"/>
          </p:cNvPicPr>
          <p:nvPr/>
        </p:nvPicPr>
        <p:blipFill>
          <a:blip r:embed="rId3"/>
          <a:stretch>
            <a:fillRect/>
          </a:stretch>
        </p:blipFill>
        <p:spPr>
          <a:xfrm>
            <a:off x="450180" y="681038"/>
            <a:ext cx="9544426" cy="6095278"/>
          </a:xfrm>
          <a:prstGeom prst="rect">
            <a:avLst/>
          </a:prstGeom>
        </p:spPr>
      </p:pic>
    </p:spTree>
    <p:extLst>
      <p:ext uri="{BB962C8B-B14F-4D97-AF65-F5344CB8AC3E}">
        <p14:creationId xmlns:p14="http://schemas.microsoft.com/office/powerpoint/2010/main" val="24310307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B820-69B5-D4E1-F9A9-2E0251E87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61F42-C95C-6659-C358-270A845AF35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8EE3E8F1-814D-63EA-EAD1-0F932C0E810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5A8B7C69-8430-7DFA-89CA-CD779994F4E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73</a:t>
            </a:fld>
            <a:endParaRPr lang="en-US"/>
          </a:p>
        </p:txBody>
      </p:sp>
      <p:pic>
        <p:nvPicPr>
          <p:cNvPr id="6" name="Picture 5">
            <a:extLst>
              <a:ext uri="{FF2B5EF4-FFF2-40B4-BE49-F238E27FC236}">
                <a16:creationId xmlns:a16="http://schemas.microsoft.com/office/drawing/2014/main" id="{541352C1-0E21-0206-521C-98FF95F95910}"/>
              </a:ext>
            </a:extLst>
          </p:cNvPr>
          <p:cNvPicPr>
            <a:picLocks noChangeAspect="1"/>
          </p:cNvPicPr>
          <p:nvPr/>
        </p:nvPicPr>
        <p:blipFill>
          <a:blip r:embed="rId3"/>
          <a:stretch>
            <a:fillRect/>
          </a:stretch>
        </p:blipFill>
        <p:spPr>
          <a:xfrm>
            <a:off x="161925" y="677072"/>
            <a:ext cx="7848600" cy="5902490"/>
          </a:xfrm>
          <a:prstGeom prst="rect">
            <a:avLst/>
          </a:prstGeom>
        </p:spPr>
      </p:pic>
    </p:spTree>
    <p:extLst>
      <p:ext uri="{BB962C8B-B14F-4D97-AF65-F5344CB8AC3E}">
        <p14:creationId xmlns:p14="http://schemas.microsoft.com/office/powerpoint/2010/main" val="4016462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BE5B-51CE-E9B1-706B-1E198DA43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DEB99-DDB6-685A-8C29-12A9A811EAC8}"/>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56F97053-0D75-D107-39F2-36E5406E2D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2396014A-821C-42B7-7695-FA5D06BC579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74</a:t>
            </a:fld>
            <a:endParaRPr lang="en-US"/>
          </a:p>
        </p:txBody>
      </p:sp>
      <p:sp>
        <p:nvSpPr>
          <p:cNvPr id="7" name="TextBox 6">
            <a:extLst>
              <a:ext uri="{FF2B5EF4-FFF2-40B4-BE49-F238E27FC236}">
                <a16:creationId xmlns:a16="http://schemas.microsoft.com/office/drawing/2014/main" id="{E7BD3EF7-D11D-9392-E821-C3D3B7019B52}"/>
              </a:ext>
            </a:extLst>
          </p:cNvPr>
          <p:cNvSpPr txBox="1"/>
          <p:nvPr/>
        </p:nvSpPr>
        <p:spPr>
          <a:xfrm>
            <a:off x="8743406" y="677072"/>
            <a:ext cx="3348189" cy="1569660"/>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Product Types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Product Categories, Product Types, and Product Type Subcategories.</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Edit/Delete Selected Line Item.</a:t>
            </a:r>
          </a:p>
          <a:p>
            <a:pPr marL="171450" marR="2000" indent="-171450">
              <a:buFont typeface="Arial" panose="020B0604020202020204" pitchFamily="34" charset="0"/>
              <a:buChar char="•"/>
            </a:pPr>
            <a:r>
              <a:rPr lang="en-US" sz="1200" dirty="0">
                <a:solidFill>
                  <a:srgbClr val="606771"/>
                </a:solidFill>
                <a:latin typeface="Century Gothic" panose="020B0502020202020204" pitchFamily="34" charset="0"/>
              </a:rPr>
              <a:t>One-to-Many relationship between Product Types, and Product Type Subcategories.</a:t>
            </a:r>
            <a:endParaRPr lang="en-US" sz="1200" dirty="0">
              <a:latin typeface="Century Gothic" panose="020B0502020202020204" pitchFamily="34" charset="0"/>
            </a:endParaRPr>
          </a:p>
        </p:txBody>
      </p:sp>
      <p:pic>
        <p:nvPicPr>
          <p:cNvPr id="8" name="Picture 7">
            <a:extLst>
              <a:ext uri="{FF2B5EF4-FFF2-40B4-BE49-F238E27FC236}">
                <a16:creationId xmlns:a16="http://schemas.microsoft.com/office/drawing/2014/main" id="{9D7ED815-4209-A072-D928-2EE225E31757}"/>
              </a:ext>
            </a:extLst>
          </p:cNvPr>
          <p:cNvPicPr>
            <a:picLocks noChangeAspect="1"/>
          </p:cNvPicPr>
          <p:nvPr/>
        </p:nvPicPr>
        <p:blipFill>
          <a:blip r:embed="rId3"/>
          <a:stretch>
            <a:fillRect/>
          </a:stretch>
        </p:blipFill>
        <p:spPr>
          <a:xfrm>
            <a:off x="537540" y="764162"/>
            <a:ext cx="8218006" cy="5503856"/>
          </a:xfrm>
          <a:prstGeom prst="rect">
            <a:avLst/>
          </a:prstGeom>
        </p:spPr>
      </p:pic>
    </p:spTree>
    <p:extLst>
      <p:ext uri="{BB962C8B-B14F-4D97-AF65-F5344CB8AC3E}">
        <p14:creationId xmlns:p14="http://schemas.microsoft.com/office/powerpoint/2010/main" val="40552565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2AF98-B97B-E76F-D5C0-57F58D094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6FCBD-02BF-BD48-5C1F-FAE923F86AD5}"/>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 – Edit)</a:t>
            </a:r>
          </a:p>
        </p:txBody>
      </p:sp>
      <p:sp>
        <p:nvSpPr>
          <p:cNvPr id="4" name="Date Placeholder 3">
            <a:extLst>
              <a:ext uri="{FF2B5EF4-FFF2-40B4-BE49-F238E27FC236}">
                <a16:creationId xmlns:a16="http://schemas.microsoft.com/office/drawing/2014/main" id="{5C31A32A-2E7D-AADF-4B74-8B5210E4FF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94DF8312-5E5D-36EA-F0A7-993B74FE283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75</a:t>
            </a:fld>
            <a:endParaRPr lang="en-US"/>
          </a:p>
        </p:txBody>
      </p:sp>
      <p:pic>
        <p:nvPicPr>
          <p:cNvPr id="10" name="Picture 9">
            <a:extLst>
              <a:ext uri="{FF2B5EF4-FFF2-40B4-BE49-F238E27FC236}">
                <a16:creationId xmlns:a16="http://schemas.microsoft.com/office/drawing/2014/main" id="{673526CF-A3D4-7CE4-7900-44F50A7F245A}"/>
              </a:ext>
            </a:extLst>
          </p:cNvPr>
          <p:cNvPicPr>
            <a:picLocks noChangeAspect="1"/>
          </p:cNvPicPr>
          <p:nvPr/>
        </p:nvPicPr>
        <p:blipFill>
          <a:blip r:embed="rId3"/>
          <a:stretch>
            <a:fillRect/>
          </a:stretch>
        </p:blipFill>
        <p:spPr>
          <a:xfrm>
            <a:off x="598503" y="681037"/>
            <a:ext cx="9032837" cy="6135677"/>
          </a:xfrm>
          <a:prstGeom prst="rect">
            <a:avLst/>
          </a:prstGeom>
        </p:spPr>
      </p:pic>
    </p:spTree>
    <p:extLst>
      <p:ext uri="{BB962C8B-B14F-4D97-AF65-F5344CB8AC3E}">
        <p14:creationId xmlns:p14="http://schemas.microsoft.com/office/powerpoint/2010/main" val="17069163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72608-D7BA-C89B-5E50-6EC4CC069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40539-3E56-D858-DA3D-852DBEE3B87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(Table View)</a:t>
            </a:r>
          </a:p>
        </p:txBody>
      </p:sp>
      <p:sp>
        <p:nvSpPr>
          <p:cNvPr id="4" name="Date Placeholder 3">
            <a:extLst>
              <a:ext uri="{FF2B5EF4-FFF2-40B4-BE49-F238E27FC236}">
                <a16:creationId xmlns:a16="http://schemas.microsoft.com/office/drawing/2014/main" id="{4600C3BA-CE8B-18B5-BCA9-1680C0AAD5A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0BE5BA43-BE8B-075B-C297-6E5AC9C7790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76</a:t>
            </a:fld>
            <a:endParaRPr lang="en-US"/>
          </a:p>
        </p:txBody>
      </p:sp>
      <p:pic>
        <p:nvPicPr>
          <p:cNvPr id="8" name="Picture 7">
            <a:extLst>
              <a:ext uri="{FF2B5EF4-FFF2-40B4-BE49-F238E27FC236}">
                <a16:creationId xmlns:a16="http://schemas.microsoft.com/office/drawing/2014/main" id="{1DCF713A-E03E-5198-9231-C5D9BA38BCB2}"/>
              </a:ext>
            </a:extLst>
          </p:cNvPr>
          <p:cNvPicPr>
            <a:picLocks noChangeAspect="1"/>
          </p:cNvPicPr>
          <p:nvPr/>
        </p:nvPicPr>
        <p:blipFill>
          <a:blip r:embed="rId3"/>
          <a:stretch>
            <a:fillRect/>
          </a:stretch>
        </p:blipFill>
        <p:spPr>
          <a:xfrm>
            <a:off x="598503" y="751176"/>
            <a:ext cx="9303046" cy="6106824"/>
          </a:xfrm>
          <a:prstGeom prst="rect">
            <a:avLst/>
          </a:prstGeom>
        </p:spPr>
      </p:pic>
    </p:spTree>
    <p:extLst>
      <p:ext uri="{BB962C8B-B14F-4D97-AF65-F5344CB8AC3E}">
        <p14:creationId xmlns:p14="http://schemas.microsoft.com/office/powerpoint/2010/main" val="26144236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E3C27-8B51-C7B8-C619-466E49FD7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54609-5557-DB08-A224-7AB74DB187E5}"/>
              </a:ext>
            </a:extLst>
          </p:cNvPr>
          <p:cNvSpPr>
            <a:spLocks noGrp="1"/>
          </p:cNvSpPr>
          <p:nvPr>
            <p:ph type="title"/>
          </p:nvPr>
        </p:nvSpPr>
        <p:spPr/>
        <p:txBody>
          <a:bodyPr/>
          <a:lstStyle/>
          <a:p>
            <a:r>
              <a:rPr lang="en-US" sz="2800" dirty="0"/>
              <a:t>Wireframe Notes – 7.5.3 – Certification Field Management</a:t>
            </a:r>
          </a:p>
        </p:txBody>
      </p:sp>
      <p:sp>
        <p:nvSpPr>
          <p:cNvPr id="4" name="Date Placeholder 3">
            <a:extLst>
              <a:ext uri="{FF2B5EF4-FFF2-40B4-BE49-F238E27FC236}">
                <a16:creationId xmlns:a16="http://schemas.microsoft.com/office/drawing/2014/main" id="{679AE757-2C72-734B-FC5C-CA44272C69B7}"/>
              </a:ext>
            </a:extLst>
          </p:cNvPr>
          <p:cNvSpPr>
            <a:spLocks noGrp="1"/>
          </p:cNvSpPr>
          <p:nvPr>
            <p:ph type="dt" sz="half" idx="10"/>
          </p:nvPr>
        </p:nvSpPr>
        <p:spPr/>
        <p:txBody>
          <a:bodyPr/>
          <a:lstStyle/>
          <a:p>
            <a:fld id="{FAAB834C-2F9F-4134-A8A6-8D28F07BEAB5}" type="datetime1">
              <a:rPr lang="en-US" smtClean="0"/>
              <a:t>8/10/2025</a:t>
            </a:fld>
            <a:endParaRPr lang="en-US"/>
          </a:p>
        </p:txBody>
      </p:sp>
      <p:sp>
        <p:nvSpPr>
          <p:cNvPr id="5" name="Slide Number Placeholder 4">
            <a:extLst>
              <a:ext uri="{FF2B5EF4-FFF2-40B4-BE49-F238E27FC236}">
                <a16:creationId xmlns:a16="http://schemas.microsoft.com/office/drawing/2014/main" id="{8DBBEDC6-679E-67DA-6BEC-F3EC78B29092}"/>
              </a:ext>
            </a:extLst>
          </p:cNvPr>
          <p:cNvSpPr>
            <a:spLocks noGrp="1"/>
          </p:cNvSpPr>
          <p:nvPr>
            <p:ph type="sldNum" sz="quarter" idx="12"/>
          </p:nvPr>
        </p:nvSpPr>
        <p:spPr/>
        <p:txBody>
          <a:bodyPr/>
          <a:lstStyle/>
          <a:p>
            <a:fld id="{330EA680-D336-4FF7-8B7A-9848BB0A1C32}" type="slidenum">
              <a:rPr lang="en-US" smtClean="0"/>
              <a:t>77</a:t>
            </a:fld>
            <a:endParaRPr lang="en-US"/>
          </a:p>
        </p:txBody>
      </p:sp>
      <p:sp>
        <p:nvSpPr>
          <p:cNvPr id="11" name="TextBox 10">
            <a:extLst>
              <a:ext uri="{FF2B5EF4-FFF2-40B4-BE49-F238E27FC236}">
                <a16:creationId xmlns:a16="http://schemas.microsoft.com/office/drawing/2014/main" id="{6B423A43-D7D6-6C00-91FB-968D5B84776F}"/>
              </a:ext>
            </a:extLst>
          </p:cNvPr>
          <p:cNvSpPr txBox="1"/>
          <p:nvPr/>
        </p:nvSpPr>
        <p:spPr>
          <a:xfrm>
            <a:off x="8610600" y="926782"/>
            <a:ext cx="3407229" cy="3046988"/>
          </a:xfrm>
          <a:prstGeom prst="rect">
            <a:avLst/>
          </a:prstGeom>
          <a:noFill/>
        </p:spPr>
        <p:txBody>
          <a:bodyPr wrap="square">
            <a:spAutoFit/>
          </a:bodyPr>
          <a:lstStyle/>
          <a:p>
            <a:r>
              <a:rPr lang="en-US" sz="1200" b="1" dirty="0">
                <a:latin typeface="Century Gothic" panose="020B0502020202020204" pitchFamily="34" charset="0"/>
              </a:rPr>
              <a:t>Fields:</a:t>
            </a:r>
          </a:p>
          <a:p>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pic>
        <p:nvPicPr>
          <p:cNvPr id="13" name="Picture 12">
            <a:extLst>
              <a:ext uri="{FF2B5EF4-FFF2-40B4-BE49-F238E27FC236}">
                <a16:creationId xmlns:a16="http://schemas.microsoft.com/office/drawing/2014/main" id="{85F8224A-6C13-C712-A46A-3DD8EE57B60C}"/>
              </a:ext>
            </a:extLst>
          </p:cNvPr>
          <p:cNvPicPr>
            <a:picLocks noChangeAspect="1"/>
          </p:cNvPicPr>
          <p:nvPr/>
        </p:nvPicPr>
        <p:blipFill>
          <a:blip r:embed="rId2"/>
          <a:stretch>
            <a:fillRect/>
          </a:stretch>
        </p:blipFill>
        <p:spPr>
          <a:xfrm>
            <a:off x="771315" y="745834"/>
            <a:ext cx="7606332" cy="5593617"/>
          </a:xfrm>
          <a:prstGeom prst="rect">
            <a:avLst/>
          </a:prstGeom>
        </p:spPr>
      </p:pic>
    </p:spTree>
    <p:extLst>
      <p:ext uri="{BB962C8B-B14F-4D97-AF65-F5344CB8AC3E}">
        <p14:creationId xmlns:p14="http://schemas.microsoft.com/office/powerpoint/2010/main" val="14282881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E7F0-4403-40EF-C775-4206802744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DE50D7-8BC8-9FFF-3BE2-61BB97ACAB5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56A2D4EC-BCE1-A7F1-6659-49466381E27D}"/>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78</a:t>
            </a:fld>
            <a:endParaRPr lang="en-US"/>
          </a:p>
        </p:txBody>
      </p:sp>
      <p:sp>
        <p:nvSpPr>
          <p:cNvPr id="2" name="Title 1">
            <a:extLst>
              <a:ext uri="{FF2B5EF4-FFF2-40B4-BE49-F238E27FC236}">
                <a16:creationId xmlns:a16="http://schemas.microsoft.com/office/drawing/2014/main" id="{58851E51-CA15-F7B6-CA57-32EBF041399C}"/>
              </a:ext>
            </a:extLst>
          </p:cNvPr>
          <p:cNvSpPr>
            <a:spLocks noGrp="1"/>
          </p:cNvSpPr>
          <p:nvPr>
            <p:ph type="title"/>
          </p:nvPr>
        </p:nvSpPr>
        <p:spPr>
          <a:xfrm>
            <a:off x="557560" y="-30772"/>
            <a:ext cx="11634440" cy="487131"/>
          </a:xfrm>
        </p:spPr>
        <p:txBody>
          <a:bodyPr>
            <a:normAutofit/>
          </a:bodyPr>
          <a:lstStyle/>
          <a:p>
            <a:r>
              <a:rPr lang="en-US" sz="2800" dirty="0"/>
              <a:t>Wireframe Notes – 7.5.3 – Certification Field Management (Add)</a:t>
            </a:r>
          </a:p>
        </p:txBody>
      </p:sp>
      <p:pic>
        <p:nvPicPr>
          <p:cNvPr id="9" name="Picture 8">
            <a:extLst>
              <a:ext uri="{FF2B5EF4-FFF2-40B4-BE49-F238E27FC236}">
                <a16:creationId xmlns:a16="http://schemas.microsoft.com/office/drawing/2014/main" id="{FE6ABB37-2552-8AC0-8F24-E9BC92AE133A}"/>
              </a:ext>
            </a:extLst>
          </p:cNvPr>
          <p:cNvPicPr>
            <a:picLocks noChangeAspect="1"/>
          </p:cNvPicPr>
          <p:nvPr/>
        </p:nvPicPr>
        <p:blipFill>
          <a:blip r:embed="rId3"/>
          <a:stretch>
            <a:fillRect/>
          </a:stretch>
        </p:blipFill>
        <p:spPr>
          <a:xfrm>
            <a:off x="662583" y="456359"/>
            <a:ext cx="7506058" cy="6145585"/>
          </a:xfrm>
          <a:prstGeom prst="rect">
            <a:avLst/>
          </a:prstGeom>
        </p:spPr>
      </p:pic>
    </p:spTree>
    <p:extLst>
      <p:ext uri="{BB962C8B-B14F-4D97-AF65-F5344CB8AC3E}">
        <p14:creationId xmlns:p14="http://schemas.microsoft.com/office/powerpoint/2010/main" val="16233534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DC89E-005B-E788-26FC-2C0A86E9B81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331A349C-2A09-7EA3-750F-00D0FF5A48D5}"/>
              </a:ext>
            </a:extLst>
          </p:cNvPr>
          <p:cNvPicPr>
            <a:picLocks noChangeAspect="1"/>
          </p:cNvPicPr>
          <p:nvPr/>
        </p:nvPicPr>
        <p:blipFill>
          <a:blip r:embed="rId3"/>
          <a:stretch>
            <a:fillRect/>
          </a:stretch>
        </p:blipFill>
        <p:spPr>
          <a:xfrm>
            <a:off x="321597" y="500062"/>
            <a:ext cx="7809381" cy="6116290"/>
          </a:xfrm>
          <a:prstGeom prst="rect">
            <a:avLst/>
          </a:prstGeom>
        </p:spPr>
      </p:pic>
      <p:sp>
        <p:nvSpPr>
          <p:cNvPr id="4" name="Date Placeholder 3">
            <a:extLst>
              <a:ext uri="{FF2B5EF4-FFF2-40B4-BE49-F238E27FC236}">
                <a16:creationId xmlns:a16="http://schemas.microsoft.com/office/drawing/2014/main" id="{D89295FA-A398-4209-3051-34BFC1DA81B0}"/>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35F3CD2E-0E74-2AF2-1D77-8DFE262F7BB5}"/>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79</a:t>
            </a:fld>
            <a:endParaRPr lang="en-US"/>
          </a:p>
        </p:txBody>
      </p:sp>
      <p:sp>
        <p:nvSpPr>
          <p:cNvPr id="2" name="Title 1">
            <a:extLst>
              <a:ext uri="{FF2B5EF4-FFF2-40B4-BE49-F238E27FC236}">
                <a16:creationId xmlns:a16="http://schemas.microsoft.com/office/drawing/2014/main" id="{3EDADE3E-46A7-2A66-FA86-30B98D35A9E5}"/>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pic>
        <p:nvPicPr>
          <p:cNvPr id="10" name="Picture 9">
            <a:extLst>
              <a:ext uri="{FF2B5EF4-FFF2-40B4-BE49-F238E27FC236}">
                <a16:creationId xmlns:a16="http://schemas.microsoft.com/office/drawing/2014/main" id="{96E01157-00EF-99C2-2B5A-2843775825B0}"/>
              </a:ext>
            </a:extLst>
          </p:cNvPr>
          <p:cNvPicPr>
            <a:picLocks noChangeAspect="1"/>
          </p:cNvPicPr>
          <p:nvPr/>
        </p:nvPicPr>
        <p:blipFill>
          <a:blip r:embed="rId4"/>
          <a:stretch>
            <a:fillRect/>
          </a:stretch>
        </p:blipFill>
        <p:spPr>
          <a:xfrm>
            <a:off x="514749" y="2780766"/>
            <a:ext cx="1038571" cy="1109787"/>
          </a:xfrm>
          <a:prstGeom prst="rect">
            <a:avLst/>
          </a:prstGeom>
        </p:spPr>
      </p:pic>
      <p:pic>
        <p:nvPicPr>
          <p:cNvPr id="12" name="Picture 11">
            <a:extLst>
              <a:ext uri="{FF2B5EF4-FFF2-40B4-BE49-F238E27FC236}">
                <a16:creationId xmlns:a16="http://schemas.microsoft.com/office/drawing/2014/main" id="{6F2B96EA-79D9-F1F4-D9EF-FC6E8473A861}"/>
              </a:ext>
            </a:extLst>
          </p:cNvPr>
          <p:cNvPicPr>
            <a:picLocks noChangeAspect="1"/>
          </p:cNvPicPr>
          <p:nvPr/>
        </p:nvPicPr>
        <p:blipFill>
          <a:blip r:embed="rId5"/>
          <a:stretch>
            <a:fillRect/>
          </a:stretch>
        </p:blipFill>
        <p:spPr>
          <a:xfrm>
            <a:off x="2967711" y="2780766"/>
            <a:ext cx="836652" cy="1271712"/>
          </a:xfrm>
          <a:prstGeom prst="rect">
            <a:avLst/>
          </a:prstGeom>
        </p:spPr>
      </p:pic>
      <p:pic>
        <p:nvPicPr>
          <p:cNvPr id="14" name="Picture 13">
            <a:extLst>
              <a:ext uri="{FF2B5EF4-FFF2-40B4-BE49-F238E27FC236}">
                <a16:creationId xmlns:a16="http://schemas.microsoft.com/office/drawing/2014/main" id="{000FE37C-7429-E7BD-6F31-C83D00B701C8}"/>
              </a:ext>
            </a:extLst>
          </p:cNvPr>
          <p:cNvPicPr>
            <a:picLocks noChangeAspect="1"/>
          </p:cNvPicPr>
          <p:nvPr/>
        </p:nvPicPr>
        <p:blipFill>
          <a:blip r:embed="rId6"/>
          <a:srcRect b="26039"/>
          <a:stretch>
            <a:fillRect/>
          </a:stretch>
        </p:blipFill>
        <p:spPr>
          <a:xfrm>
            <a:off x="3878522" y="2761465"/>
            <a:ext cx="715219" cy="478121"/>
          </a:xfrm>
          <a:prstGeom prst="rect">
            <a:avLst/>
          </a:prstGeom>
        </p:spPr>
      </p:pic>
      <p:sp>
        <p:nvSpPr>
          <p:cNvPr id="16" name="TextBox 15">
            <a:extLst>
              <a:ext uri="{FF2B5EF4-FFF2-40B4-BE49-F238E27FC236}">
                <a16:creationId xmlns:a16="http://schemas.microsoft.com/office/drawing/2014/main" id="{47CC6866-3D39-8E36-5CB9-3EB6FD1F8FAB}"/>
              </a:ext>
            </a:extLst>
          </p:cNvPr>
          <p:cNvSpPr txBox="1"/>
          <p:nvPr/>
        </p:nvSpPr>
        <p:spPr>
          <a:xfrm>
            <a:off x="8130978" y="500062"/>
            <a:ext cx="3965771" cy="3077766"/>
          </a:xfrm>
          <a:prstGeom prst="rect">
            <a:avLst/>
          </a:prstGeom>
          <a:noFill/>
        </p:spPr>
        <p:txBody>
          <a:bodyPr wrap="square">
            <a:spAutoFit/>
          </a:bodyPr>
          <a:lstStyle/>
          <a:p>
            <a:r>
              <a:rPr lang="en-US" sz="1200" b="1" dirty="0">
                <a:latin typeface="Century Gothic" panose="020B0502020202020204" pitchFamily="34" charset="0"/>
              </a:rPr>
              <a:t>Field Visibility by User Role</a:t>
            </a:r>
          </a:p>
          <a:p>
            <a:pPr marL="285750" indent="-285750">
              <a:buFont typeface="Arial" panose="020B0604020202020204" pitchFamily="34" charset="0"/>
              <a:buChar char="•"/>
            </a:pPr>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br>
              <a:rPr lang="en-US" sz="1200" dirty="0">
                <a:latin typeface="Century Gothic" panose="020B0502020202020204" pitchFamily="34" charset="0"/>
              </a:rPr>
            </a:br>
            <a:br>
              <a:rPr lang="en-US" sz="1200" dirty="0">
                <a:latin typeface="Century Gothic" panose="020B0502020202020204" pitchFamily="34" charset="0"/>
              </a:rPr>
            </a:br>
            <a:endParaRPr lang="en-US" sz="1200" dirty="0">
              <a:latin typeface="Century Gothic" panose="020B0502020202020204" pitchFamily="34" charset="0"/>
            </a:endParaRP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spTree>
    <p:extLst>
      <p:ext uri="{BB962C8B-B14F-4D97-AF65-F5344CB8AC3E}">
        <p14:creationId xmlns:p14="http://schemas.microsoft.com/office/powerpoint/2010/main" val="32122288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4FA2-7CC3-AD4A-A567-EBF431370C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E0F69ED-F784-A49E-8A2D-5C5C2211D3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BE54FCEA-0430-CB2B-997D-A7CD3A3591A2}"/>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80</a:t>
            </a:fld>
            <a:endParaRPr lang="en-US"/>
          </a:p>
        </p:txBody>
      </p:sp>
      <p:sp>
        <p:nvSpPr>
          <p:cNvPr id="2" name="Title 1">
            <a:extLst>
              <a:ext uri="{FF2B5EF4-FFF2-40B4-BE49-F238E27FC236}">
                <a16:creationId xmlns:a16="http://schemas.microsoft.com/office/drawing/2014/main" id="{E06B64D8-A4FD-5BA0-0141-EE80EA1D9538}"/>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graphicFrame>
        <p:nvGraphicFramePr>
          <p:cNvPr id="9" name="Table 8">
            <a:extLst>
              <a:ext uri="{FF2B5EF4-FFF2-40B4-BE49-F238E27FC236}">
                <a16:creationId xmlns:a16="http://schemas.microsoft.com/office/drawing/2014/main" id="{A04F2FA0-BB57-215F-50C8-96166B5A99BB}"/>
              </a:ext>
            </a:extLst>
          </p:cNvPr>
          <p:cNvGraphicFramePr>
            <a:graphicFrameLocks noGrp="1"/>
          </p:cNvGraphicFramePr>
          <p:nvPr>
            <p:extLst>
              <p:ext uri="{D42A27DB-BD31-4B8C-83A1-F6EECF244321}">
                <p14:modId xmlns:p14="http://schemas.microsoft.com/office/powerpoint/2010/main" val="4081180531"/>
              </p:ext>
            </p:extLst>
          </p:nvPr>
        </p:nvGraphicFramePr>
        <p:xfrm>
          <a:off x="120266" y="349320"/>
          <a:ext cx="11626479" cy="6450934"/>
        </p:xfrm>
        <a:graphic>
          <a:graphicData uri="http://schemas.openxmlformats.org/drawingml/2006/table">
            <a:tbl>
              <a:tblPr firstRow="1" bandRow="1">
                <a:noFill/>
                <a:tableStyleId>{5C22544A-7EE6-4342-B048-85BDC9FD1C3A}</a:tableStyleId>
              </a:tblPr>
              <a:tblGrid>
                <a:gridCol w="2406494">
                  <a:extLst>
                    <a:ext uri="{9D8B030D-6E8A-4147-A177-3AD203B41FA5}">
                      <a16:colId xmlns:a16="http://schemas.microsoft.com/office/drawing/2014/main" val="270282215"/>
                    </a:ext>
                  </a:extLst>
                </a:gridCol>
                <a:gridCol w="2265889">
                  <a:extLst>
                    <a:ext uri="{9D8B030D-6E8A-4147-A177-3AD203B41FA5}">
                      <a16:colId xmlns:a16="http://schemas.microsoft.com/office/drawing/2014/main" val="232458938"/>
                    </a:ext>
                  </a:extLst>
                </a:gridCol>
                <a:gridCol w="1727004">
                  <a:extLst>
                    <a:ext uri="{9D8B030D-6E8A-4147-A177-3AD203B41FA5}">
                      <a16:colId xmlns:a16="http://schemas.microsoft.com/office/drawing/2014/main" val="2608536211"/>
                    </a:ext>
                  </a:extLst>
                </a:gridCol>
                <a:gridCol w="1419367">
                  <a:extLst>
                    <a:ext uri="{9D8B030D-6E8A-4147-A177-3AD203B41FA5}">
                      <a16:colId xmlns:a16="http://schemas.microsoft.com/office/drawing/2014/main" val="741115505"/>
                    </a:ext>
                  </a:extLst>
                </a:gridCol>
                <a:gridCol w="3807725">
                  <a:extLst>
                    <a:ext uri="{9D8B030D-6E8A-4147-A177-3AD203B41FA5}">
                      <a16:colId xmlns:a16="http://schemas.microsoft.com/office/drawing/2014/main" val="2591012902"/>
                    </a:ext>
                  </a:extLst>
                </a:gridCol>
              </a:tblGrid>
              <a:tr h="190936">
                <a:tc>
                  <a:txBody>
                    <a:bodyPr/>
                    <a:lstStyle/>
                    <a:p>
                      <a:pPr algn="ctr" fontAlgn="t">
                        <a:buNone/>
                      </a:pPr>
                      <a:r>
                        <a:rPr lang="en-US" sz="1200" b="1" u="none" strike="noStrike" cap="none" spc="60" dirty="0">
                          <a:solidFill>
                            <a:schemeClr val="bg1"/>
                          </a:solidFill>
                          <a:effectLst/>
                          <a:latin typeface="Century Gothic" panose="020B0502020202020204" pitchFamily="34" charset="0"/>
                        </a:rPr>
                        <a:t>Section</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Field Name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Control Type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Required</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Notes</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13142996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 if left blank</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73283367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Type of certification issued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89739294"/>
                  </a:ext>
                </a:extLst>
              </a:tr>
              <a:tr h="190936">
                <a:tc>
                  <a:txBody>
                    <a:bodyPr/>
                    <a:lstStyle/>
                    <a:p>
                      <a:pPr algn="l" fontAlgn="b">
                        <a:buNone/>
                      </a:pPr>
                      <a:r>
                        <a:rPr lang="en-US" sz="1200" u="none" strike="noStrike" cap="none" spc="0" dirty="0">
                          <a:solidFill>
                            <a:schemeClr val="tx1"/>
                          </a:solidFill>
                          <a:effectLst/>
                          <a:latin typeface="Century Gothic" panose="020B0502020202020204" pitchFamily="34" charset="0"/>
                        </a:rPr>
                        <a:t>Core Certificate Information</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CSF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specific framework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68001149"/>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 for public visibility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9707952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Effective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becomes effective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52519650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Expiration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expires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6103609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receiving certification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77930637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Email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email contact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5107979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website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8535990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Name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Name of the certified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0244836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Main category of the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9108683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Specific type within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9934456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Product Type Subcategory</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Subcategory within 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877858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Manufacturing or certification 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363982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 of origin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92429814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ASIN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 Standard Identification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846736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UPC</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Universal Product Code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728432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GTIN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Global Trade Item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08357525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EAN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European Article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49215685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4120818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14983255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Partner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Amazon/Wayfair/None/Other partners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558133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To signify if client doesn't want to move forward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4781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Upload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File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Upload certificate document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1779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Preview</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preview/thumbnail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43788262"/>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Created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record was created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51787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Last Updated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When record was last modified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70660477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Last Edited By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User who last edited the record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8945192"/>
                  </a:ext>
                </a:extLst>
              </a:tr>
            </a:tbl>
          </a:graphicData>
        </a:graphic>
      </p:graphicFrame>
    </p:spTree>
    <p:extLst>
      <p:ext uri="{BB962C8B-B14F-4D97-AF65-F5344CB8AC3E}">
        <p14:creationId xmlns:p14="http://schemas.microsoft.com/office/powerpoint/2010/main" val="1741585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B143-7AE0-08E3-C21B-CE535976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90C-AD1B-6629-2983-F2D5B25336DA}"/>
              </a:ext>
            </a:extLst>
          </p:cNvPr>
          <p:cNvSpPr>
            <a:spLocks noGrp="1"/>
          </p:cNvSpPr>
          <p:nvPr>
            <p:ph type="title"/>
          </p:nvPr>
        </p:nvSpPr>
        <p:spPr>
          <a:xfrm>
            <a:off x="598503" y="193906"/>
            <a:ext cx="10515600" cy="487131"/>
          </a:xfrm>
        </p:spPr>
        <p:txBody>
          <a:bodyPr>
            <a:normAutofit/>
          </a:bodyPr>
          <a:lstStyle/>
          <a:p>
            <a:r>
              <a:rPr lang="en-US" sz="2800" dirty="0"/>
              <a:t>Wireframe Notes – 7.5.4 – CSF Attributes</a:t>
            </a:r>
          </a:p>
        </p:txBody>
      </p:sp>
      <p:sp>
        <p:nvSpPr>
          <p:cNvPr id="4" name="Date Placeholder 3">
            <a:extLst>
              <a:ext uri="{FF2B5EF4-FFF2-40B4-BE49-F238E27FC236}">
                <a16:creationId xmlns:a16="http://schemas.microsoft.com/office/drawing/2014/main" id="{7F2DE5F9-27FC-51FB-3CDE-BD29C3E7F14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EE0DFA24-972F-FACE-4507-0DACCEDC2DD5}"/>
              </a:ext>
            </a:extLst>
          </p:cNvPr>
          <p:cNvSpPr>
            <a:spLocks noGrp="1"/>
          </p:cNvSpPr>
          <p:nvPr>
            <p:ph type="sldNum" sz="quarter" idx="12"/>
          </p:nvPr>
        </p:nvSpPr>
        <p:spPr>
          <a:xfrm>
            <a:off x="8610602" y="6306770"/>
            <a:ext cx="1811784" cy="365125"/>
          </a:xfrm>
        </p:spPr>
        <p:txBody>
          <a:bodyPr anchor="ctr">
            <a:normAutofit/>
          </a:bodyPr>
          <a:lstStyle/>
          <a:p>
            <a:pPr>
              <a:spcAft>
                <a:spcPts val="600"/>
              </a:spcAft>
            </a:pPr>
            <a:fld id="{330EA680-D336-4FF7-8B7A-9848BB0A1C32}" type="slidenum">
              <a:rPr lang="en-US" smtClean="0"/>
              <a:pPr>
                <a:spcAft>
                  <a:spcPts val="600"/>
                </a:spcAft>
              </a:pPr>
              <a:t>81</a:t>
            </a:fld>
            <a:endParaRPr lang="en-US"/>
          </a:p>
        </p:txBody>
      </p:sp>
      <p:sp>
        <p:nvSpPr>
          <p:cNvPr id="3" name="Content Placeholder 2">
            <a:extLst>
              <a:ext uri="{FF2B5EF4-FFF2-40B4-BE49-F238E27FC236}">
                <a16:creationId xmlns:a16="http://schemas.microsoft.com/office/drawing/2014/main" id="{3288FCDB-5B14-1D8B-08C3-EA5D50E609ED}"/>
              </a:ext>
            </a:extLst>
          </p:cNvPr>
          <p:cNvSpPr>
            <a:spLocks noGrp="1"/>
          </p:cNvSpPr>
          <p:nvPr>
            <p:ph idx="1"/>
          </p:nvPr>
        </p:nvSpPr>
        <p:spPr>
          <a:xfrm>
            <a:off x="9453259" y="1056721"/>
            <a:ext cx="2594542" cy="4865613"/>
          </a:xfrm>
        </p:spPr>
        <p:txBody>
          <a:bodyPr>
            <a:normAutofit/>
          </a:bodyPr>
          <a:lstStyle/>
          <a:p>
            <a:pPr marR="2000">
              <a:buSzPts val="1200"/>
            </a:pPr>
            <a:r>
              <a:rPr lang="en-US" sz="1200" b="0" i="0" u="none" strike="noStrike" baseline="0" dirty="0">
                <a:solidFill>
                  <a:srgbClr val="606771"/>
                </a:solidFill>
              </a:rPr>
              <a:t>This is the CSF Attributes View.</a:t>
            </a:r>
          </a:p>
          <a:p>
            <a:pPr marR="2000">
              <a:buSzPts val="1200"/>
            </a:pPr>
            <a:r>
              <a:rPr lang="en-US" sz="1200" b="0" i="0" u="none" strike="noStrike" baseline="0" dirty="0">
                <a:solidFill>
                  <a:srgbClr val="606771"/>
                </a:solidFill>
              </a:rPr>
              <a:t>Only Admins can edit this page. </a:t>
            </a:r>
          </a:p>
          <a:p>
            <a:pPr marR="2000"/>
            <a:r>
              <a:rPr lang="en-US" sz="1200" b="0" i="0" u="none" strike="noStrike" baseline="0" dirty="0">
                <a:solidFill>
                  <a:srgbClr val="606771"/>
                </a:solidFill>
              </a:rPr>
              <a:t>Ability to Add </a:t>
            </a:r>
            <a:r>
              <a:rPr lang="en-US" sz="1200" dirty="0">
                <a:solidFill>
                  <a:srgbClr val="606771"/>
                </a:solidFill>
              </a:rPr>
              <a:t>CSF Attributes</a:t>
            </a:r>
            <a:endParaRPr lang="en-US" sz="1200" b="0" i="0" u="none" strike="noStrike" baseline="0" dirty="0">
              <a:solidFill>
                <a:srgbClr val="606771"/>
              </a:solidFill>
            </a:endParaRPr>
          </a:p>
          <a:p>
            <a:pPr marR="2000"/>
            <a:r>
              <a:rPr lang="en-US" sz="1200" b="0" i="0" u="none" strike="noStrike" baseline="0" dirty="0">
                <a:solidFill>
                  <a:srgbClr val="606771"/>
                </a:solidFill>
              </a:rPr>
              <a:t>Ability to Edit/Delete Selected CSF Attributes.</a:t>
            </a:r>
          </a:p>
          <a:p>
            <a:pPr marR="2000"/>
            <a:r>
              <a:rPr lang="en-US" sz="1200" dirty="0"/>
              <a:t>All Grids have inline edit. The screenshot below shows example of the inline edit.  </a:t>
            </a:r>
          </a:p>
          <a:p>
            <a:pPr marR="2000"/>
            <a:r>
              <a:rPr lang="en-US" sz="1200" b="0" i="0" u="none" strike="noStrike" baseline="0" dirty="0">
                <a:solidFill>
                  <a:srgbClr val="606771"/>
                </a:solidFill>
              </a:rPr>
              <a:t>Delete Buttons will have a popup </a:t>
            </a:r>
            <a:r>
              <a:rPr lang="en-US" sz="1200" dirty="0">
                <a:solidFill>
                  <a:srgbClr val="606771"/>
                </a:solidFill>
              </a:rPr>
              <a:t>d</a:t>
            </a:r>
            <a:r>
              <a:rPr lang="en-US" sz="1200" b="0" i="0" u="none" strike="noStrike" baseline="0" dirty="0">
                <a:solidFill>
                  <a:srgbClr val="606771"/>
                </a:solidFill>
              </a:rPr>
              <a:t>elete confirmation</a:t>
            </a:r>
          </a:p>
          <a:p>
            <a:pPr marR="2000"/>
            <a:endParaRPr lang="en-US" sz="1200" dirty="0">
              <a:solidFill>
                <a:srgbClr val="606771"/>
              </a:solidFill>
            </a:endParaRPr>
          </a:p>
        </p:txBody>
      </p:sp>
      <p:pic>
        <p:nvPicPr>
          <p:cNvPr id="13" name="Picture 12">
            <a:extLst>
              <a:ext uri="{FF2B5EF4-FFF2-40B4-BE49-F238E27FC236}">
                <a16:creationId xmlns:a16="http://schemas.microsoft.com/office/drawing/2014/main" id="{F1F287D6-61D3-B063-1A59-81D5725251D4}"/>
              </a:ext>
            </a:extLst>
          </p:cNvPr>
          <p:cNvPicPr>
            <a:picLocks noChangeAspect="1"/>
          </p:cNvPicPr>
          <p:nvPr/>
        </p:nvPicPr>
        <p:blipFill>
          <a:blip r:embed="rId3"/>
          <a:srcRect t="35002" b="32606"/>
          <a:stretch>
            <a:fillRect/>
          </a:stretch>
        </p:blipFill>
        <p:spPr>
          <a:xfrm>
            <a:off x="9133071" y="5100396"/>
            <a:ext cx="3008994" cy="1191837"/>
          </a:xfrm>
          <a:prstGeom prst="rect">
            <a:avLst/>
          </a:prstGeom>
        </p:spPr>
      </p:pic>
      <p:pic>
        <p:nvPicPr>
          <p:cNvPr id="14" name="Picture 13">
            <a:extLst>
              <a:ext uri="{FF2B5EF4-FFF2-40B4-BE49-F238E27FC236}">
                <a16:creationId xmlns:a16="http://schemas.microsoft.com/office/drawing/2014/main" id="{815A0EB0-69DB-332C-81FB-74751215952E}"/>
              </a:ext>
            </a:extLst>
          </p:cNvPr>
          <p:cNvPicPr>
            <a:picLocks noChangeAspect="1"/>
          </p:cNvPicPr>
          <p:nvPr/>
        </p:nvPicPr>
        <p:blipFill>
          <a:blip r:embed="rId4"/>
          <a:stretch>
            <a:fillRect/>
          </a:stretch>
        </p:blipFill>
        <p:spPr>
          <a:xfrm>
            <a:off x="9133071" y="3676678"/>
            <a:ext cx="3008994" cy="1325013"/>
          </a:xfrm>
          <a:prstGeom prst="rect">
            <a:avLst/>
          </a:prstGeom>
        </p:spPr>
      </p:pic>
      <p:pic>
        <p:nvPicPr>
          <p:cNvPr id="7" name="Picture 6">
            <a:extLst>
              <a:ext uri="{FF2B5EF4-FFF2-40B4-BE49-F238E27FC236}">
                <a16:creationId xmlns:a16="http://schemas.microsoft.com/office/drawing/2014/main" id="{691488B2-687C-D1B3-07E8-1324BAF20714}"/>
              </a:ext>
            </a:extLst>
          </p:cNvPr>
          <p:cNvPicPr>
            <a:picLocks noChangeAspect="1"/>
          </p:cNvPicPr>
          <p:nvPr/>
        </p:nvPicPr>
        <p:blipFill>
          <a:blip r:embed="rId5"/>
          <a:stretch>
            <a:fillRect/>
          </a:stretch>
        </p:blipFill>
        <p:spPr>
          <a:xfrm>
            <a:off x="247209" y="1050328"/>
            <a:ext cx="8885862" cy="5173024"/>
          </a:xfrm>
          <a:prstGeom prst="rect">
            <a:avLst/>
          </a:prstGeom>
        </p:spPr>
      </p:pic>
    </p:spTree>
    <p:extLst>
      <p:ext uri="{BB962C8B-B14F-4D97-AF65-F5344CB8AC3E}">
        <p14:creationId xmlns:p14="http://schemas.microsoft.com/office/powerpoint/2010/main" val="7085990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3508-36B3-B4F4-2F18-0DD85C457A1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13FBF8F-0F5B-8007-07A4-F4793D41FF59}"/>
              </a:ext>
            </a:extLst>
          </p:cNvPr>
          <p:cNvPicPr>
            <a:picLocks noChangeAspect="1"/>
          </p:cNvPicPr>
          <p:nvPr/>
        </p:nvPicPr>
        <p:blipFill>
          <a:blip r:embed="rId4"/>
          <a:stretch>
            <a:fillRect/>
          </a:stretch>
        </p:blipFill>
        <p:spPr>
          <a:xfrm>
            <a:off x="463100" y="681037"/>
            <a:ext cx="9839036" cy="5093053"/>
          </a:xfrm>
          <a:prstGeom prst="rect">
            <a:avLst/>
          </a:prstGeom>
        </p:spPr>
      </p:pic>
      <p:sp>
        <p:nvSpPr>
          <p:cNvPr id="2" name="Title 1">
            <a:extLst>
              <a:ext uri="{FF2B5EF4-FFF2-40B4-BE49-F238E27FC236}">
                <a16:creationId xmlns:a16="http://schemas.microsoft.com/office/drawing/2014/main" id="{E0AE21B2-1684-2279-195F-09FFC9B24E1A}"/>
              </a:ext>
            </a:extLst>
          </p:cNvPr>
          <p:cNvSpPr>
            <a:spLocks noGrp="1"/>
          </p:cNvSpPr>
          <p:nvPr>
            <p:ph type="title"/>
          </p:nvPr>
        </p:nvSpPr>
        <p:spPr>
          <a:xfrm>
            <a:off x="598503" y="193906"/>
            <a:ext cx="10515600" cy="487131"/>
          </a:xfrm>
        </p:spPr>
        <p:txBody>
          <a:bodyPr>
            <a:normAutofit/>
          </a:bodyPr>
          <a:lstStyle/>
          <a:p>
            <a:r>
              <a:rPr lang="en-US" sz="2800" dirty="0"/>
              <a:t>Wireframe Notes – 7.5.5 – Tags</a:t>
            </a:r>
          </a:p>
        </p:txBody>
      </p:sp>
      <p:sp>
        <p:nvSpPr>
          <p:cNvPr id="4" name="Date Placeholder 3">
            <a:extLst>
              <a:ext uri="{FF2B5EF4-FFF2-40B4-BE49-F238E27FC236}">
                <a16:creationId xmlns:a16="http://schemas.microsoft.com/office/drawing/2014/main" id="{3911C153-8313-9885-8ABA-71266B45549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291981D3-6B4C-80D2-5CBA-90874F748DB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82</a:t>
            </a:fld>
            <a:endParaRPr lang="en-US"/>
          </a:p>
        </p:txBody>
      </p:sp>
      <p:sp>
        <p:nvSpPr>
          <p:cNvPr id="3" name="Content Placeholder 2">
            <a:extLst>
              <a:ext uri="{FF2B5EF4-FFF2-40B4-BE49-F238E27FC236}">
                <a16:creationId xmlns:a16="http://schemas.microsoft.com/office/drawing/2014/main" id="{0B0EEA07-2167-16AF-2577-22D201F6EF77}"/>
              </a:ext>
            </a:extLst>
          </p:cNvPr>
          <p:cNvSpPr>
            <a:spLocks noGrp="1"/>
          </p:cNvSpPr>
          <p:nvPr>
            <p:ph idx="1"/>
          </p:nvPr>
        </p:nvSpPr>
        <p:spPr>
          <a:xfrm>
            <a:off x="463100" y="5576168"/>
            <a:ext cx="9053392" cy="1191974"/>
          </a:xfrm>
        </p:spPr>
        <p:txBody>
          <a:bodyPr>
            <a:normAutofit/>
          </a:bodyPr>
          <a:lstStyle/>
          <a:p>
            <a:pPr marR="2000">
              <a:buSzPts val="1200"/>
            </a:pPr>
            <a:r>
              <a:rPr lang="en-US" sz="1200" b="0" i="0" u="none" strike="noStrike" baseline="0" dirty="0">
                <a:solidFill>
                  <a:srgbClr val="606771"/>
                </a:solidFill>
              </a:rPr>
              <a:t>This is the Tags Admin View.</a:t>
            </a:r>
          </a:p>
          <a:p>
            <a:pPr marR="2000"/>
            <a:r>
              <a:rPr lang="en-US" sz="1200" b="0" i="0" u="none" strike="noStrike" baseline="0" dirty="0">
                <a:solidFill>
                  <a:srgbClr val="606771"/>
                </a:solidFill>
              </a:rPr>
              <a:t>Ability to Add, Edit/Delete Selected Tags.</a:t>
            </a:r>
          </a:p>
          <a:p>
            <a:pPr marR="2000"/>
            <a:r>
              <a:rPr lang="en-US" sz="1200" dirty="0">
                <a:solidFill>
                  <a:srgbClr val="606771"/>
                </a:solidFill>
              </a:rPr>
              <a:t>Ability to sort tags.</a:t>
            </a:r>
            <a:endParaRPr lang="en-US" sz="1200" dirty="0"/>
          </a:p>
        </p:txBody>
      </p:sp>
      <p:sp>
        <p:nvSpPr>
          <p:cNvPr id="7" name="TextBox 6">
            <a:extLst>
              <a:ext uri="{FF2B5EF4-FFF2-40B4-BE49-F238E27FC236}">
                <a16:creationId xmlns:a16="http://schemas.microsoft.com/office/drawing/2014/main" id="{E3D9CBC2-693F-A9B4-CC17-155DDBFCE7EC}"/>
              </a:ext>
            </a:extLst>
          </p:cNvPr>
          <p:cNvSpPr txBox="1"/>
          <p:nvPr/>
        </p:nvSpPr>
        <p:spPr>
          <a:xfrm>
            <a:off x="10302136" y="1083910"/>
            <a:ext cx="1946107" cy="738664"/>
          </a:xfrm>
          <a:prstGeom prst="rect">
            <a:avLst/>
          </a:prstGeom>
          <a:noFill/>
        </p:spPr>
        <p:txBody>
          <a:bodyPr wrap="square">
            <a:spAutoFit/>
          </a:bodyPr>
          <a:lstStyle/>
          <a:p>
            <a:pPr marR="2000"/>
            <a:r>
              <a:rPr lang="en-US" sz="1400" b="0" i="0" u="none" strike="noStrike" baseline="0" dirty="0">
                <a:solidFill>
                  <a:srgbClr val="606771"/>
                </a:solidFill>
                <a:latin typeface="Century Gothic" panose="020B0502020202020204" pitchFamily="34" charset="0"/>
              </a:rPr>
              <a:t>Delete Buttons will have a popup </a:t>
            </a:r>
            <a:r>
              <a:rPr lang="en-US" sz="1400" dirty="0">
                <a:solidFill>
                  <a:srgbClr val="606771"/>
                </a:solidFill>
                <a:latin typeface="Century Gothic" panose="020B0502020202020204" pitchFamily="34" charset="0"/>
              </a:rPr>
              <a:t>d</a:t>
            </a:r>
            <a:r>
              <a:rPr lang="en-US" sz="1400" b="0" i="0" u="none" strike="noStrike" baseline="0" dirty="0">
                <a:solidFill>
                  <a:srgbClr val="606771"/>
                </a:solidFill>
                <a:latin typeface="Century Gothic" panose="020B0502020202020204" pitchFamily="34" charset="0"/>
              </a:rPr>
              <a:t>elete confirmation</a:t>
            </a:r>
          </a:p>
        </p:txBody>
      </p:sp>
      <p:pic>
        <p:nvPicPr>
          <p:cNvPr id="9" name="Picture 8">
            <a:extLst>
              <a:ext uri="{FF2B5EF4-FFF2-40B4-BE49-F238E27FC236}">
                <a16:creationId xmlns:a16="http://schemas.microsoft.com/office/drawing/2014/main" id="{860CF7FB-6A7E-0E2F-1D16-1FB6CCFDF794}"/>
              </a:ext>
            </a:extLst>
          </p:cNvPr>
          <p:cNvPicPr>
            <a:picLocks noChangeAspect="1"/>
          </p:cNvPicPr>
          <p:nvPr/>
        </p:nvPicPr>
        <p:blipFill>
          <a:blip r:embed="rId5"/>
          <a:srcRect t="35002" b="32606"/>
          <a:stretch>
            <a:fillRect/>
          </a:stretch>
        </p:blipFill>
        <p:spPr>
          <a:xfrm>
            <a:off x="9059779" y="3586705"/>
            <a:ext cx="3008994" cy="1191837"/>
          </a:xfrm>
          <a:prstGeom prst="rect">
            <a:avLst/>
          </a:prstGeom>
        </p:spPr>
      </p:pic>
      <p:pic>
        <p:nvPicPr>
          <p:cNvPr id="11" name="Picture 10">
            <a:extLst>
              <a:ext uri="{FF2B5EF4-FFF2-40B4-BE49-F238E27FC236}">
                <a16:creationId xmlns:a16="http://schemas.microsoft.com/office/drawing/2014/main" id="{1E2ADF26-259C-6026-C3B4-80E518CF94C5}"/>
              </a:ext>
            </a:extLst>
          </p:cNvPr>
          <p:cNvPicPr>
            <a:picLocks noChangeAspect="1"/>
          </p:cNvPicPr>
          <p:nvPr/>
        </p:nvPicPr>
        <p:blipFill>
          <a:blip r:embed="rId6"/>
          <a:stretch>
            <a:fillRect/>
          </a:stretch>
        </p:blipFill>
        <p:spPr>
          <a:xfrm>
            <a:off x="9059779" y="2162987"/>
            <a:ext cx="3008994" cy="1325013"/>
          </a:xfrm>
          <a:prstGeom prst="rect">
            <a:avLst/>
          </a:prstGeom>
        </p:spPr>
      </p:pic>
    </p:spTree>
    <p:extLst>
      <p:ext uri="{BB962C8B-B14F-4D97-AF65-F5344CB8AC3E}">
        <p14:creationId xmlns:p14="http://schemas.microsoft.com/office/powerpoint/2010/main" val="387276960"/>
      </p:ext>
    </p:extLst>
  </p:cSld>
  <p:clrMapOvr>
    <a:masterClrMapping/>
  </p:clrMapOvr>
  <p:extLst>
    <p:ext uri="{6950BFC3-D8DA-4A85-94F7-54DA5524770B}">
      <p188:commentRel xmlns:p188="http://schemas.microsoft.com/office/powerpoint/2018/8/main" r:id="rId3"/>
    </p:ext>
  </p:extLs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BFCD-3CB3-A6A8-41D3-690E876A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0B6E1-F0E5-2B63-44B4-1E06F8239CE6}"/>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680DB28F-8E9A-2C3F-204D-3C9437DA71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ABAB12A8-7491-75C1-ED9E-F1CC9CBFA98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83</a:t>
            </a:fld>
            <a:endParaRPr lang="en-US"/>
          </a:p>
        </p:txBody>
      </p:sp>
      <p:pic>
        <p:nvPicPr>
          <p:cNvPr id="10" name="Picture 9">
            <a:extLst>
              <a:ext uri="{FF2B5EF4-FFF2-40B4-BE49-F238E27FC236}">
                <a16:creationId xmlns:a16="http://schemas.microsoft.com/office/drawing/2014/main" id="{D8284887-A441-C928-E6C8-02B76018AACD}"/>
              </a:ext>
            </a:extLst>
          </p:cNvPr>
          <p:cNvPicPr>
            <a:picLocks noChangeAspect="1"/>
          </p:cNvPicPr>
          <p:nvPr/>
        </p:nvPicPr>
        <p:blipFill>
          <a:blip r:embed="rId3"/>
          <a:srcRect b="17246"/>
          <a:stretch>
            <a:fillRect/>
          </a:stretch>
        </p:blipFill>
        <p:spPr>
          <a:xfrm>
            <a:off x="598503" y="857248"/>
            <a:ext cx="11157510" cy="5675313"/>
          </a:xfrm>
          <a:prstGeom prst="rect">
            <a:avLst/>
          </a:prstGeom>
        </p:spPr>
      </p:pic>
      <p:sp>
        <p:nvSpPr>
          <p:cNvPr id="14" name="TextBox 13">
            <a:extLst>
              <a:ext uri="{FF2B5EF4-FFF2-40B4-BE49-F238E27FC236}">
                <a16:creationId xmlns:a16="http://schemas.microsoft.com/office/drawing/2014/main" id="{4892F9A7-A97B-393E-E35B-B586F4FA981A}"/>
              </a:ext>
            </a:extLst>
          </p:cNvPr>
          <p:cNvSpPr txBox="1"/>
          <p:nvPr/>
        </p:nvSpPr>
        <p:spPr>
          <a:xfrm>
            <a:off x="10381695" y="3467477"/>
            <a:ext cx="1464816" cy="2031325"/>
          </a:xfrm>
          <a:prstGeom prst="rect">
            <a:avLst/>
          </a:prstGeom>
          <a:noFill/>
        </p:spPr>
        <p:txBody>
          <a:bodyPr wrap="square">
            <a:spAutoFit/>
          </a:bodyPr>
          <a:lstStyle/>
          <a:p>
            <a:r>
              <a:rPr lang="en-US" sz="1400" dirty="0">
                <a:solidFill>
                  <a:srgbClr val="FF0000"/>
                </a:solidFill>
              </a:rPr>
              <a:t>Alignment issues with Nav, breadcrumbs and search and table in the view. Left alignment. This will be resolved in the final design. </a:t>
            </a:r>
          </a:p>
        </p:txBody>
      </p:sp>
    </p:spTree>
    <p:extLst>
      <p:ext uri="{BB962C8B-B14F-4D97-AF65-F5344CB8AC3E}">
        <p14:creationId xmlns:p14="http://schemas.microsoft.com/office/powerpoint/2010/main" val="39374137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4322-A073-1F84-8A39-5FC22C832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1C019-BA77-73F3-23F7-5EDB4E528678}"/>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15264BB6-123D-BF5C-0BA3-AD288AB7720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8/10/2025</a:t>
            </a:fld>
            <a:endParaRPr lang="en-US"/>
          </a:p>
        </p:txBody>
      </p:sp>
      <p:sp>
        <p:nvSpPr>
          <p:cNvPr id="5" name="Slide Number Placeholder 4">
            <a:extLst>
              <a:ext uri="{FF2B5EF4-FFF2-40B4-BE49-F238E27FC236}">
                <a16:creationId xmlns:a16="http://schemas.microsoft.com/office/drawing/2014/main" id="{4D041669-6B88-F12B-7788-D8A1959BA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84</a:t>
            </a:fld>
            <a:endParaRPr lang="en-US"/>
          </a:p>
        </p:txBody>
      </p:sp>
      <p:sp>
        <p:nvSpPr>
          <p:cNvPr id="3" name="Content Placeholder 2">
            <a:extLst>
              <a:ext uri="{FF2B5EF4-FFF2-40B4-BE49-F238E27FC236}">
                <a16:creationId xmlns:a16="http://schemas.microsoft.com/office/drawing/2014/main" id="{8165F177-8A0B-8E22-5147-32BDE1A9A2C6}"/>
              </a:ext>
            </a:extLst>
          </p:cNvPr>
          <p:cNvSpPr>
            <a:spLocks noGrp="1"/>
          </p:cNvSpPr>
          <p:nvPr>
            <p:ph idx="1"/>
          </p:nvPr>
        </p:nvSpPr>
        <p:spPr>
          <a:xfrm>
            <a:off x="6564573" y="1124486"/>
            <a:ext cx="478922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pic>
        <p:nvPicPr>
          <p:cNvPr id="8" name="Picture 7">
            <a:extLst>
              <a:ext uri="{FF2B5EF4-FFF2-40B4-BE49-F238E27FC236}">
                <a16:creationId xmlns:a16="http://schemas.microsoft.com/office/drawing/2014/main" id="{85C19456-4611-D473-D15F-01BB95DED76D}"/>
              </a:ext>
            </a:extLst>
          </p:cNvPr>
          <p:cNvPicPr>
            <a:picLocks noChangeAspect="1"/>
          </p:cNvPicPr>
          <p:nvPr/>
        </p:nvPicPr>
        <p:blipFill>
          <a:blip r:embed="rId3"/>
          <a:srcRect t="35002" b="32606"/>
          <a:stretch>
            <a:fillRect/>
          </a:stretch>
        </p:blipFill>
        <p:spPr>
          <a:xfrm>
            <a:off x="762000" y="2947736"/>
            <a:ext cx="4592697" cy="1819129"/>
          </a:xfrm>
          <a:prstGeom prst="rect">
            <a:avLst/>
          </a:prstGeom>
        </p:spPr>
      </p:pic>
      <p:pic>
        <p:nvPicPr>
          <p:cNvPr id="9" name="Picture 8">
            <a:extLst>
              <a:ext uri="{FF2B5EF4-FFF2-40B4-BE49-F238E27FC236}">
                <a16:creationId xmlns:a16="http://schemas.microsoft.com/office/drawing/2014/main" id="{304EDFA2-128C-19D2-FD18-4CB0464A4214}"/>
              </a:ext>
            </a:extLst>
          </p:cNvPr>
          <p:cNvPicPr>
            <a:picLocks noChangeAspect="1"/>
          </p:cNvPicPr>
          <p:nvPr/>
        </p:nvPicPr>
        <p:blipFill>
          <a:blip r:embed="rId4"/>
          <a:stretch>
            <a:fillRect/>
          </a:stretch>
        </p:blipFill>
        <p:spPr>
          <a:xfrm>
            <a:off x="762000" y="803187"/>
            <a:ext cx="4592697" cy="2022398"/>
          </a:xfrm>
          <a:prstGeom prst="rect">
            <a:avLst/>
          </a:prstGeom>
        </p:spPr>
      </p:pic>
    </p:spTree>
    <p:extLst>
      <p:ext uri="{BB962C8B-B14F-4D97-AF65-F5344CB8AC3E}">
        <p14:creationId xmlns:p14="http://schemas.microsoft.com/office/powerpoint/2010/main" val="20075541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BDA7D-0BDF-1D18-2415-1A08C76AA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E4E3C-E981-6AD4-3423-DD4CA460353A}"/>
              </a:ext>
            </a:extLst>
          </p:cNvPr>
          <p:cNvSpPr>
            <a:spLocks noGrp="1"/>
          </p:cNvSpPr>
          <p:nvPr>
            <p:ph type="ctrTitle"/>
          </p:nvPr>
        </p:nvSpPr>
        <p:spPr>
          <a:xfrm>
            <a:off x="1523999" y="3307311"/>
            <a:ext cx="9144000" cy="2387600"/>
          </a:xfrm>
        </p:spPr>
        <p:txBody>
          <a:bodyPr anchor="ctr"/>
          <a:lstStyle/>
          <a:p>
            <a:r>
              <a:rPr lang="en-US" dirty="0"/>
              <a:t>Data Migration Strategy</a:t>
            </a:r>
          </a:p>
        </p:txBody>
      </p:sp>
      <p:sp>
        <p:nvSpPr>
          <p:cNvPr id="8" name="Date Placeholder 7">
            <a:extLst>
              <a:ext uri="{FF2B5EF4-FFF2-40B4-BE49-F238E27FC236}">
                <a16:creationId xmlns:a16="http://schemas.microsoft.com/office/drawing/2014/main" id="{CD71AAB6-BE7A-D60C-898A-448FB52F7A2C}"/>
              </a:ext>
            </a:extLst>
          </p:cNvPr>
          <p:cNvSpPr>
            <a:spLocks noGrp="1"/>
          </p:cNvSpPr>
          <p:nvPr>
            <p:ph type="dt" sz="half" idx="10"/>
          </p:nvPr>
        </p:nvSpPr>
        <p:spPr/>
        <p:txBody>
          <a:bodyPr/>
          <a:lstStyle/>
          <a:p>
            <a:fld id="{5948895C-732D-4B88-B65C-5D83E3577007}" type="datetime1">
              <a:rPr lang="en-US" smtClean="0"/>
              <a:t>8/12/2025</a:t>
            </a:fld>
            <a:endParaRPr lang="en-US"/>
          </a:p>
        </p:txBody>
      </p:sp>
      <p:sp>
        <p:nvSpPr>
          <p:cNvPr id="9" name="Slide Number Placeholder 8">
            <a:extLst>
              <a:ext uri="{FF2B5EF4-FFF2-40B4-BE49-F238E27FC236}">
                <a16:creationId xmlns:a16="http://schemas.microsoft.com/office/drawing/2014/main" id="{3D6982BA-5255-0C06-040B-10892E426F9E}"/>
              </a:ext>
            </a:extLst>
          </p:cNvPr>
          <p:cNvSpPr>
            <a:spLocks noGrp="1"/>
          </p:cNvSpPr>
          <p:nvPr>
            <p:ph type="sldNum" sz="quarter" idx="12"/>
          </p:nvPr>
        </p:nvSpPr>
        <p:spPr/>
        <p:txBody>
          <a:bodyPr/>
          <a:lstStyle/>
          <a:p>
            <a:fld id="{330EA680-D336-4FF7-8B7A-9848BB0A1C32}" type="slidenum">
              <a:rPr lang="en-US" smtClean="0"/>
              <a:t>85</a:t>
            </a:fld>
            <a:endParaRPr lang="en-US"/>
          </a:p>
        </p:txBody>
      </p:sp>
      <p:pic>
        <p:nvPicPr>
          <p:cNvPr id="10" name="Picture 9" descr="GreenCircle Certified">
            <a:extLst>
              <a:ext uri="{FF2B5EF4-FFF2-40B4-BE49-F238E27FC236}">
                <a16:creationId xmlns:a16="http://schemas.microsoft.com/office/drawing/2014/main" id="{D06A4C2F-97DF-0C66-078E-41F5E568EDBC}"/>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19753535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2BCC-F21D-782C-F1EF-CED7E101E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C7DB6-415D-A706-8C38-5093F52D55A6}"/>
              </a:ext>
            </a:extLst>
          </p:cNvPr>
          <p:cNvSpPr>
            <a:spLocks noGrp="1"/>
          </p:cNvSpPr>
          <p:nvPr>
            <p:ph type="title"/>
          </p:nvPr>
        </p:nvSpPr>
        <p:spPr>
          <a:xfrm>
            <a:off x="598503" y="193906"/>
            <a:ext cx="10515600" cy="487131"/>
          </a:xfrm>
        </p:spPr>
        <p:txBody>
          <a:bodyPr>
            <a:normAutofit/>
          </a:bodyPr>
          <a:lstStyle/>
          <a:p>
            <a:r>
              <a:rPr lang="en-US" sz="2800" dirty="0"/>
              <a:t>DM: </a:t>
            </a:r>
          </a:p>
        </p:txBody>
      </p:sp>
      <p:sp>
        <p:nvSpPr>
          <p:cNvPr id="4" name="Date Placeholder 3">
            <a:extLst>
              <a:ext uri="{FF2B5EF4-FFF2-40B4-BE49-F238E27FC236}">
                <a16:creationId xmlns:a16="http://schemas.microsoft.com/office/drawing/2014/main" id="{773D9E77-6CA5-8223-792E-46249F441FA7}"/>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8/12/2025</a:t>
            </a:fld>
            <a:endParaRPr lang="en-US"/>
          </a:p>
        </p:txBody>
      </p:sp>
      <p:sp>
        <p:nvSpPr>
          <p:cNvPr id="5" name="Slide Number Placeholder 4">
            <a:extLst>
              <a:ext uri="{FF2B5EF4-FFF2-40B4-BE49-F238E27FC236}">
                <a16:creationId xmlns:a16="http://schemas.microsoft.com/office/drawing/2014/main" id="{BD4E9537-7AFF-DFD1-6A42-6F54C286889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86</a:t>
            </a:fld>
            <a:endParaRPr lang="en-US"/>
          </a:p>
        </p:txBody>
      </p:sp>
      <p:sp>
        <p:nvSpPr>
          <p:cNvPr id="3" name="Content Placeholder 2">
            <a:extLst>
              <a:ext uri="{FF2B5EF4-FFF2-40B4-BE49-F238E27FC236}">
                <a16:creationId xmlns:a16="http://schemas.microsoft.com/office/drawing/2014/main" id="{AD295B4D-B600-0158-4140-BD12E907E2DE}"/>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36345985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4A29-FB2C-735D-15C2-E95909A9D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D2DA7-9A90-0C8E-7883-1FDDC16E5325}"/>
              </a:ext>
            </a:extLst>
          </p:cNvPr>
          <p:cNvSpPr>
            <a:spLocks noGrp="1"/>
          </p:cNvSpPr>
          <p:nvPr>
            <p:ph type="title"/>
          </p:nvPr>
        </p:nvSpPr>
        <p:spPr>
          <a:xfrm>
            <a:off x="598503" y="193906"/>
            <a:ext cx="10515600" cy="487131"/>
          </a:xfrm>
        </p:spPr>
        <p:txBody>
          <a:bodyPr>
            <a:normAutofit/>
          </a:bodyPr>
          <a:lstStyle/>
          <a:p>
            <a:r>
              <a:rPr lang="en-US" sz="2800" dirty="0"/>
              <a:t>DM: </a:t>
            </a:r>
          </a:p>
        </p:txBody>
      </p:sp>
      <p:sp>
        <p:nvSpPr>
          <p:cNvPr id="4" name="Date Placeholder 3">
            <a:extLst>
              <a:ext uri="{FF2B5EF4-FFF2-40B4-BE49-F238E27FC236}">
                <a16:creationId xmlns:a16="http://schemas.microsoft.com/office/drawing/2014/main" id="{253DA6C0-EFC6-0DEE-F73C-08CF73F36C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8/12/2025</a:t>
            </a:fld>
            <a:endParaRPr lang="en-US"/>
          </a:p>
        </p:txBody>
      </p:sp>
      <p:sp>
        <p:nvSpPr>
          <p:cNvPr id="5" name="Slide Number Placeholder 4">
            <a:extLst>
              <a:ext uri="{FF2B5EF4-FFF2-40B4-BE49-F238E27FC236}">
                <a16:creationId xmlns:a16="http://schemas.microsoft.com/office/drawing/2014/main" id="{8603ADD2-2005-9B66-B51D-C49D7C9A8E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87</a:t>
            </a:fld>
            <a:endParaRPr lang="en-US"/>
          </a:p>
        </p:txBody>
      </p:sp>
      <p:sp>
        <p:nvSpPr>
          <p:cNvPr id="3" name="Content Placeholder 2">
            <a:extLst>
              <a:ext uri="{FF2B5EF4-FFF2-40B4-BE49-F238E27FC236}">
                <a16:creationId xmlns:a16="http://schemas.microsoft.com/office/drawing/2014/main" id="{3EE65D0A-A8B5-1B60-5D3E-8BDFE8F7F230}"/>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2579206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4180F-C861-74BE-DF2B-075398D0FB6A}"/>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07A1A5EC-01B6-0461-68E2-5845F63A3D8B}"/>
              </a:ext>
            </a:extLst>
          </p:cNvPr>
          <p:cNvSpPr>
            <a:spLocks noGrp="1"/>
          </p:cNvSpPr>
          <p:nvPr>
            <p:ph type="sldNum" sz="quarter" idx="12"/>
          </p:nvPr>
        </p:nvSpPr>
        <p:spPr/>
        <p:txBody>
          <a:bodyPr/>
          <a:lstStyle/>
          <a:p>
            <a:fld id="{330EA680-D336-4FF7-8B7A-9848BB0A1C32}" type="slidenum">
              <a:rPr lang="en-US" smtClean="0"/>
              <a:t>88</a:t>
            </a:fld>
            <a:endParaRPr lang="en-US"/>
          </a:p>
        </p:txBody>
      </p:sp>
      <p:pic>
        <p:nvPicPr>
          <p:cNvPr id="5" name="Picture 4">
            <a:extLst>
              <a:ext uri="{FF2B5EF4-FFF2-40B4-BE49-F238E27FC236}">
                <a16:creationId xmlns:a16="http://schemas.microsoft.com/office/drawing/2014/main" id="{698ACFF9-0C11-0F83-0C62-D6B983BAE867}"/>
              </a:ext>
            </a:extLst>
          </p:cNvPr>
          <p:cNvPicPr>
            <a:picLocks noChangeAspect="1"/>
          </p:cNvPicPr>
          <p:nvPr/>
        </p:nvPicPr>
        <p:blipFill>
          <a:blip r:embed="rId2"/>
          <a:stretch>
            <a:fillRect/>
          </a:stretch>
        </p:blipFill>
        <p:spPr>
          <a:xfrm>
            <a:off x="532432" y="0"/>
            <a:ext cx="11127136" cy="6858000"/>
          </a:xfrm>
          <a:prstGeom prst="rect">
            <a:avLst/>
          </a:prstGeom>
        </p:spPr>
      </p:pic>
    </p:spTree>
    <p:extLst>
      <p:ext uri="{BB962C8B-B14F-4D97-AF65-F5344CB8AC3E}">
        <p14:creationId xmlns:p14="http://schemas.microsoft.com/office/powerpoint/2010/main" val="27139864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F92E55-A8FD-91E4-2106-1A83F377D588}"/>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69C2DD6F-DD79-3F7A-AAC4-446B61F98614}"/>
              </a:ext>
            </a:extLst>
          </p:cNvPr>
          <p:cNvSpPr>
            <a:spLocks noGrp="1"/>
          </p:cNvSpPr>
          <p:nvPr>
            <p:ph type="sldNum" sz="quarter" idx="12"/>
          </p:nvPr>
        </p:nvSpPr>
        <p:spPr/>
        <p:txBody>
          <a:bodyPr/>
          <a:lstStyle/>
          <a:p>
            <a:fld id="{330EA680-D336-4FF7-8B7A-9848BB0A1C32}" type="slidenum">
              <a:rPr lang="en-US" smtClean="0"/>
              <a:t>89</a:t>
            </a:fld>
            <a:endParaRPr lang="en-US"/>
          </a:p>
        </p:txBody>
      </p:sp>
    </p:spTree>
    <p:extLst>
      <p:ext uri="{BB962C8B-B14F-4D97-AF65-F5344CB8AC3E}">
        <p14:creationId xmlns:p14="http://schemas.microsoft.com/office/powerpoint/2010/main" val="38427456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B89A82-07E0-14B6-FE28-AE5DCA93C819}"/>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ADC5A770-193E-EE4B-73D0-802EC6933617}"/>
              </a:ext>
            </a:extLst>
          </p:cNvPr>
          <p:cNvSpPr>
            <a:spLocks noGrp="1"/>
          </p:cNvSpPr>
          <p:nvPr>
            <p:ph type="sldNum" sz="quarter" idx="12"/>
          </p:nvPr>
        </p:nvSpPr>
        <p:spPr/>
        <p:txBody>
          <a:bodyPr/>
          <a:lstStyle/>
          <a:p>
            <a:fld id="{330EA680-D336-4FF7-8B7A-9848BB0A1C32}" type="slidenum">
              <a:rPr lang="en-US" smtClean="0"/>
              <a:t>90</a:t>
            </a:fld>
            <a:endParaRPr lang="en-US"/>
          </a:p>
        </p:txBody>
      </p:sp>
      <p:pic>
        <p:nvPicPr>
          <p:cNvPr id="5" name="Picture 4">
            <a:extLst>
              <a:ext uri="{FF2B5EF4-FFF2-40B4-BE49-F238E27FC236}">
                <a16:creationId xmlns:a16="http://schemas.microsoft.com/office/drawing/2014/main" id="{44C2512B-0AF8-F3C9-A350-18F984606601}"/>
              </a:ext>
            </a:extLst>
          </p:cNvPr>
          <p:cNvPicPr>
            <a:picLocks noChangeAspect="1"/>
          </p:cNvPicPr>
          <p:nvPr/>
        </p:nvPicPr>
        <p:blipFill>
          <a:blip r:embed="rId2"/>
          <a:stretch>
            <a:fillRect/>
          </a:stretch>
        </p:blipFill>
        <p:spPr>
          <a:xfrm>
            <a:off x="3757286" y="2871709"/>
            <a:ext cx="4677428" cy="1114581"/>
          </a:xfrm>
          <a:prstGeom prst="rect">
            <a:avLst/>
          </a:prstGeom>
        </p:spPr>
      </p:pic>
    </p:spTree>
    <p:extLst>
      <p:ext uri="{BB962C8B-B14F-4D97-AF65-F5344CB8AC3E}">
        <p14:creationId xmlns:p14="http://schemas.microsoft.com/office/powerpoint/2010/main" val="13908784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C6C88-86A7-8ADC-BD9B-A73BC03F03A9}"/>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7578CBF8-F6F3-AF45-74CA-52C8B8B8EB42}"/>
              </a:ext>
            </a:extLst>
          </p:cNvPr>
          <p:cNvSpPr>
            <a:spLocks noGrp="1"/>
          </p:cNvSpPr>
          <p:nvPr>
            <p:ph type="sldNum" sz="quarter" idx="12"/>
          </p:nvPr>
        </p:nvSpPr>
        <p:spPr/>
        <p:txBody>
          <a:bodyPr/>
          <a:lstStyle/>
          <a:p>
            <a:fld id="{330EA680-D336-4FF7-8B7A-9848BB0A1C32}" type="slidenum">
              <a:rPr lang="en-US" smtClean="0"/>
              <a:t>91</a:t>
            </a:fld>
            <a:endParaRPr lang="en-US"/>
          </a:p>
        </p:txBody>
      </p:sp>
    </p:spTree>
    <p:extLst>
      <p:ext uri="{BB962C8B-B14F-4D97-AF65-F5344CB8AC3E}">
        <p14:creationId xmlns:p14="http://schemas.microsoft.com/office/powerpoint/2010/main" val="18663304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DC4CD-4B3F-7C03-3A9D-0FF6E786E857}"/>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DB689840-A635-7CC8-BDF5-341DAFF13DF7}"/>
              </a:ext>
            </a:extLst>
          </p:cNvPr>
          <p:cNvSpPr>
            <a:spLocks noGrp="1"/>
          </p:cNvSpPr>
          <p:nvPr>
            <p:ph type="sldNum" sz="quarter" idx="12"/>
          </p:nvPr>
        </p:nvSpPr>
        <p:spPr/>
        <p:txBody>
          <a:bodyPr/>
          <a:lstStyle/>
          <a:p>
            <a:fld id="{330EA680-D336-4FF7-8B7A-9848BB0A1C32}" type="slidenum">
              <a:rPr lang="en-US" smtClean="0"/>
              <a:t>92</a:t>
            </a:fld>
            <a:endParaRPr lang="en-US"/>
          </a:p>
        </p:txBody>
      </p:sp>
    </p:spTree>
    <p:extLst>
      <p:ext uri="{BB962C8B-B14F-4D97-AF65-F5344CB8AC3E}">
        <p14:creationId xmlns:p14="http://schemas.microsoft.com/office/powerpoint/2010/main" val="25117879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D2879-6193-460D-44DD-8A0A1B85CAB8}"/>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3DBB659B-2AB1-9DBA-8910-FF6E03BC7FE2}"/>
              </a:ext>
            </a:extLst>
          </p:cNvPr>
          <p:cNvSpPr>
            <a:spLocks noGrp="1"/>
          </p:cNvSpPr>
          <p:nvPr>
            <p:ph type="sldNum" sz="quarter" idx="12"/>
          </p:nvPr>
        </p:nvSpPr>
        <p:spPr/>
        <p:txBody>
          <a:bodyPr/>
          <a:lstStyle/>
          <a:p>
            <a:fld id="{330EA680-D336-4FF7-8B7A-9848BB0A1C32}" type="slidenum">
              <a:rPr lang="en-US" smtClean="0"/>
              <a:t>93</a:t>
            </a:fld>
            <a:endParaRPr lang="en-US"/>
          </a:p>
        </p:txBody>
      </p:sp>
    </p:spTree>
    <p:extLst>
      <p:ext uri="{BB962C8B-B14F-4D97-AF65-F5344CB8AC3E}">
        <p14:creationId xmlns:p14="http://schemas.microsoft.com/office/powerpoint/2010/main" val="1856165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26CAB-BC32-A34C-432B-8A8ADE74824D}"/>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1122B61B-7457-1CA0-4D4A-C28175176FB0}"/>
              </a:ext>
            </a:extLst>
          </p:cNvPr>
          <p:cNvSpPr>
            <a:spLocks noGrp="1"/>
          </p:cNvSpPr>
          <p:nvPr>
            <p:ph type="sldNum" sz="quarter" idx="12"/>
          </p:nvPr>
        </p:nvSpPr>
        <p:spPr/>
        <p:txBody>
          <a:bodyPr/>
          <a:lstStyle/>
          <a:p>
            <a:fld id="{330EA680-D336-4FF7-8B7A-9848BB0A1C32}" type="slidenum">
              <a:rPr lang="en-US" smtClean="0"/>
              <a:t>94</a:t>
            </a:fld>
            <a:endParaRPr lang="en-US"/>
          </a:p>
        </p:txBody>
      </p:sp>
    </p:spTree>
    <p:extLst>
      <p:ext uri="{BB962C8B-B14F-4D97-AF65-F5344CB8AC3E}">
        <p14:creationId xmlns:p14="http://schemas.microsoft.com/office/powerpoint/2010/main" val="1971718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D6F265-5CA0-447F-1805-8EDC497FE870}"/>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3F7DD707-A9B4-5D85-4C25-659EE613D80C}"/>
              </a:ext>
            </a:extLst>
          </p:cNvPr>
          <p:cNvSpPr>
            <a:spLocks noGrp="1"/>
          </p:cNvSpPr>
          <p:nvPr>
            <p:ph type="sldNum" sz="quarter" idx="12"/>
          </p:nvPr>
        </p:nvSpPr>
        <p:spPr/>
        <p:txBody>
          <a:bodyPr/>
          <a:lstStyle/>
          <a:p>
            <a:fld id="{330EA680-D336-4FF7-8B7A-9848BB0A1C32}" type="slidenum">
              <a:rPr lang="en-US" smtClean="0"/>
              <a:t>95</a:t>
            </a:fld>
            <a:endParaRPr lang="en-US"/>
          </a:p>
        </p:txBody>
      </p:sp>
    </p:spTree>
    <p:extLst>
      <p:ext uri="{BB962C8B-B14F-4D97-AF65-F5344CB8AC3E}">
        <p14:creationId xmlns:p14="http://schemas.microsoft.com/office/powerpoint/2010/main" val="40277064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F9D0B-A6EE-9EE1-B1DE-B3131544718F}"/>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AFD1FD11-29C5-7AF1-B3A1-B684D0CA0375}"/>
              </a:ext>
            </a:extLst>
          </p:cNvPr>
          <p:cNvSpPr>
            <a:spLocks noGrp="1"/>
          </p:cNvSpPr>
          <p:nvPr>
            <p:ph type="sldNum" sz="quarter" idx="12"/>
          </p:nvPr>
        </p:nvSpPr>
        <p:spPr/>
        <p:txBody>
          <a:bodyPr/>
          <a:lstStyle/>
          <a:p>
            <a:fld id="{330EA680-D336-4FF7-8B7A-9848BB0A1C32}" type="slidenum">
              <a:rPr lang="en-US" smtClean="0"/>
              <a:t>96</a:t>
            </a:fld>
            <a:endParaRPr lang="en-US"/>
          </a:p>
        </p:txBody>
      </p:sp>
    </p:spTree>
    <p:extLst>
      <p:ext uri="{BB962C8B-B14F-4D97-AF65-F5344CB8AC3E}">
        <p14:creationId xmlns:p14="http://schemas.microsoft.com/office/powerpoint/2010/main" val="27286884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B2819C-041D-6391-78DB-D17F27A8A1D9}"/>
              </a:ext>
            </a:extLst>
          </p:cNvPr>
          <p:cNvSpPr>
            <a:spLocks noGrp="1"/>
          </p:cNvSpPr>
          <p:nvPr>
            <p:ph type="dt" sz="half" idx="10"/>
          </p:nvPr>
        </p:nvSpPr>
        <p:spPr/>
        <p:txBody>
          <a:bodyPr/>
          <a:lstStyle/>
          <a:p>
            <a:fld id="{AFDEACDC-4FA8-4934-9E2F-B8BAA099B586}" type="datetime1">
              <a:rPr lang="en-US" smtClean="0"/>
              <a:t>8/10/2025</a:t>
            </a:fld>
            <a:endParaRPr lang="en-US"/>
          </a:p>
        </p:txBody>
      </p:sp>
      <p:sp>
        <p:nvSpPr>
          <p:cNvPr id="3" name="Slide Number Placeholder 2">
            <a:extLst>
              <a:ext uri="{FF2B5EF4-FFF2-40B4-BE49-F238E27FC236}">
                <a16:creationId xmlns:a16="http://schemas.microsoft.com/office/drawing/2014/main" id="{717129AB-30F9-2728-AC68-AE0AB60E72D2}"/>
              </a:ext>
            </a:extLst>
          </p:cNvPr>
          <p:cNvSpPr>
            <a:spLocks noGrp="1"/>
          </p:cNvSpPr>
          <p:nvPr>
            <p:ph type="sldNum" sz="quarter" idx="12"/>
          </p:nvPr>
        </p:nvSpPr>
        <p:spPr/>
        <p:txBody>
          <a:bodyPr/>
          <a:lstStyle/>
          <a:p>
            <a:fld id="{330EA680-D336-4FF7-8B7A-9848BB0A1C32}" type="slidenum">
              <a:rPr lang="en-US" smtClean="0"/>
              <a:t>97</a:t>
            </a:fld>
            <a:endParaRPr lang="en-US"/>
          </a:p>
        </p:txBody>
      </p:sp>
    </p:spTree>
    <p:extLst>
      <p:ext uri="{BB962C8B-B14F-4D97-AF65-F5344CB8AC3E}">
        <p14:creationId xmlns:p14="http://schemas.microsoft.com/office/powerpoint/2010/main" val="140937084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106554</TotalTime>
  <Words>12264</Words>
  <Application>Microsoft Office PowerPoint</Application>
  <PresentationFormat>Widescreen</PresentationFormat>
  <Paragraphs>1406</Paragraphs>
  <Slides>97</Slides>
  <Notes>80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Aptos</vt:lpstr>
      <vt:lpstr>Arial</vt:lpstr>
      <vt:lpstr>Calibri</vt:lpstr>
      <vt:lpstr>Century Gothic</vt:lpstr>
      <vt:lpstr>Segoe UI</vt:lpstr>
      <vt:lpstr>Symbol</vt:lpstr>
      <vt:lpstr>Wingdings</vt:lpstr>
      <vt:lpstr>office theme</vt:lpstr>
      <vt:lpstr>GreenCircle Certified  Database Project</vt:lpstr>
      <vt:lpstr>GreenCircle Certified Database Site Map</vt:lpstr>
      <vt:lpstr>User Stories</vt:lpstr>
      <vt:lpstr>GCC: User Roles</vt:lpstr>
      <vt:lpstr>User Stories – Public User</vt:lpstr>
      <vt:lpstr>User Stories – Public User</vt:lpstr>
      <vt:lpstr>User Stories – External User (Client)</vt:lpstr>
      <vt:lpstr>User Stories – External User (Client)</vt:lpstr>
      <vt:lpstr>User Stories – External User (Partner)</vt:lpstr>
      <vt:lpstr>User Stories – External User (Partner)</vt:lpstr>
      <vt:lpstr>User Stories – GCC Analyst</vt:lpstr>
      <vt:lpstr>User Stories – GCC Analyst</vt:lpstr>
      <vt:lpstr>User Stories - Admin</vt:lpstr>
      <vt:lpstr>User Stories - Admin</vt:lpstr>
      <vt:lpstr>Login &amp; Notification Screens</vt:lpstr>
      <vt:lpstr>Notifications &amp; Alerts</vt:lpstr>
      <vt:lpstr>Notifications &amp; Alerts</vt:lpstr>
      <vt:lpstr>Wireframe Notes – 6.1 – Login</vt:lpstr>
      <vt:lpstr>Wireframe Notes – 6.2 – Forgot Password</vt:lpstr>
      <vt:lpstr>Wireframe Notes – 6.3 – Password Reset Confirmation</vt:lpstr>
      <vt:lpstr>Wireframe Notes – 6.4 – Reset Password</vt:lpstr>
      <vt:lpstr>Wireframe Notes – 6.5 – Password Reset Successful</vt:lpstr>
      <vt:lpstr>Wireframe Notes – 6.6 – 2FA Authenticate OTP</vt:lpstr>
      <vt:lpstr>Wireframe Notes – 6.7 – Sign-up Registration (out of Scope)</vt:lpstr>
      <vt:lpstr>Wireframes</vt:lpstr>
      <vt:lpstr>Wireframe Notes – 1.0 - Certificates</vt:lpstr>
      <vt:lpstr>Wireframe Notes – 1.0 - Certificates</vt:lpstr>
      <vt:lpstr>Wireframe Notes – 1.0 – Certificates – Mobile/Tablet Views</vt:lpstr>
      <vt:lpstr>Wireframe Notes – 1.0 - Certificates</vt:lpstr>
      <vt:lpstr>Wireframe Notes – 1.0 - Certificate List (Public Page)</vt:lpstr>
      <vt:lpstr>Wireframe Notes – 1.1 – Single Certificate View </vt:lpstr>
      <vt:lpstr>Wireframe Notes – 1.1 – Single Certificate View (Mobile/Tablet Views) </vt:lpstr>
      <vt:lpstr>Wireframe Notes – 2.0 – Home (Dashboard)</vt:lpstr>
      <vt:lpstr>Wireframe Notes – 2.0 – Home (Dashboard)</vt:lpstr>
      <vt:lpstr>Wireframe Notes – 2.0 – Home (Dashboard)</vt:lpstr>
      <vt:lpstr>Wireframe Notes – 2.0 – Dashboard (Mobile/Tablet)</vt:lpstr>
      <vt:lpstr>Wireframe Notes – 3.0 – Certificate List (External)</vt:lpstr>
      <vt:lpstr>Wireframe Notes – 3.0 – Certificate List (External)</vt:lpstr>
      <vt:lpstr>Wireframe Notes – 3.0 – Certificate List (External)</vt:lpstr>
      <vt:lpstr>Wireframe Notes – 3.0 – Certificates List (External)(Samples)</vt:lpstr>
      <vt:lpstr>Wireframe Notes – 3.1 – External Single Certificate View</vt:lpstr>
      <vt:lpstr>Wireframe Notes – 3.1 – External Single Certificate View</vt:lpstr>
      <vt:lpstr>Wireframe Notes – 3.1 – External Single Certificate View</vt:lpstr>
      <vt:lpstr>Wireframe Notes – 3.2 – Certificate List (GCC Only)</vt:lpstr>
      <vt:lpstr>Wireframe Notes – 3.2 – Certificate List (GCC Only)</vt:lpstr>
      <vt:lpstr>Wireframe Notes – 3.2 – Certificate List (GCC Only)</vt:lpstr>
      <vt:lpstr>Wireframe Notes – 3.2 – Certificate List (GCC Only)</vt:lpstr>
      <vt:lpstr>Wireframe Notes – 3.3 – Add Certificate (GCC Only)</vt:lpstr>
      <vt:lpstr>Wireframe Notes – 3.3 – Add Certificate (GCC Only)</vt:lpstr>
      <vt:lpstr>Wireframe Notes – 3.3 – Add Certificate (GCC Only)</vt:lpstr>
      <vt:lpstr>Wireframe Notes – 3.4 – Edit/Delete Certificate (GCC Only)</vt:lpstr>
      <vt:lpstr>Wireframe Notes – 5.0 – Companies &amp; Products</vt:lpstr>
      <vt:lpstr>Wireframe Notes – 5.1 – Companies</vt:lpstr>
      <vt:lpstr>Wireframe Notes – 5.1 – Companies</vt:lpstr>
      <vt:lpstr>Wireframe Notes – 5.2 – Products </vt:lpstr>
      <vt:lpstr>Wireframe Notes – 5.2 – Products (Add) </vt:lpstr>
      <vt:lpstr>Wireframe Notes – 5.2 – Products (Edit) </vt:lpstr>
      <vt:lpstr>Wireframe Notes – 7.0 – Administration</vt:lpstr>
      <vt:lpstr>Wireframe Notes – 7.1 – Role Management</vt:lpstr>
      <vt:lpstr>Wireframe Notes – 7.1.1 – CRUD Role</vt:lpstr>
      <vt:lpstr>Wireframe Notes – 7.2 – User Management</vt:lpstr>
      <vt:lpstr>Wireframe Notes – 7.2.1 – CRUD User (Add/Edit)</vt:lpstr>
      <vt:lpstr>PowerPoint Presentation</vt:lpstr>
      <vt:lpstr>PowerPoint Presentation</vt:lpstr>
      <vt:lpstr>Wireframe Notes – 7.3 – Configuration Settings</vt:lpstr>
      <vt:lpstr>Wireframe Notes – 7.3.1 – Google Analytics</vt:lpstr>
      <vt:lpstr>Wireframe Notes – 7.4 – API Management</vt:lpstr>
      <vt:lpstr>Wireframe Notes – 7.4.1 – Amazon API  Integration</vt:lpstr>
      <vt:lpstr>Wireframe Notes – 7.5 – Data Management</vt:lpstr>
      <vt:lpstr>Wireframe Notes – 7.5.1 – Certificate Types</vt:lpstr>
      <vt:lpstr>Wireframe Notes – 7.5.1 – Certificate Types (Add)</vt:lpstr>
      <vt:lpstr>Wireframe Notes – 7.5.1 – Certificate Types (Edit)</vt:lpstr>
      <vt:lpstr>Wireframe Notes – 7.5.2 – Product Types (Tree View)</vt:lpstr>
      <vt:lpstr>Wireframe Notes – 7.5.2 – Product Types (Tree View)</vt:lpstr>
      <vt:lpstr>Wireframe Notes – 7.5.2 – Product Types (Tree View – Edit)</vt:lpstr>
      <vt:lpstr>Wireframe Notes – 7.5.2 – Product Types (Table View)</vt:lpstr>
      <vt:lpstr>Wireframe Notes – 7.5.3 – Certification Field Management</vt:lpstr>
      <vt:lpstr>Wireframe Notes – 7.5.3 – Certification Field Management (Add)</vt:lpstr>
      <vt:lpstr>Wireframe Notes – 7.5.3 – Certification Field Management</vt:lpstr>
      <vt:lpstr>Wireframe Notes – 7.5.3 – Certification Field Management</vt:lpstr>
      <vt:lpstr>Wireframe Notes – 7.5.4 – CSF Attributes</vt:lpstr>
      <vt:lpstr>Wireframe Notes – 7.5.5 – Tags</vt:lpstr>
      <vt:lpstr>Wireframe Notes – 7.5.6 – Partners</vt:lpstr>
      <vt:lpstr>Wireframe Notes – 7.5.6 – Partners</vt:lpstr>
      <vt:lpstr>Data Migration Strategy</vt:lpstr>
      <vt:lpstr>DM: </vt:lpstr>
      <vt:lpstr>DM: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16</cp:revision>
  <cp:lastPrinted>2025-07-16T12:02:45Z</cp:lastPrinted>
  <dcterms:created xsi:type="dcterms:W3CDTF">2025-01-22T16:07:21Z</dcterms:created>
  <dcterms:modified xsi:type="dcterms:W3CDTF">2025-08-12T16:57:20Z</dcterms:modified>
</cp:coreProperties>
</file>