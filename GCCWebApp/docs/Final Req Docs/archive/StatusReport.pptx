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4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2746B-8258-4F11-A3B4-02AB960155BA}" v="15" dt="2025-01-17T15:01:08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wn West" userId="bcaf3c6b-bfc1-40d2-81dc-c3fa941236d7" providerId="ADAL" clId="{EBA2746B-8258-4F11-A3B4-02AB960155BA}"/>
    <pc:docChg chg="undo custSel addSld delSld modSld sldOrd">
      <pc:chgData name="Shawn West" userId="bcaf3c6b-bfc1-40d2-81dc-c3fa941236d7" providerId="ADAL" clId="{EBA2746B-8258-4F11-A3B4-02AB960155BA}" dt="2025-01-17T15:01:45.365" v="590" actId="1076"/>
      <pc:docMkLst>
        <pc:docMk/>
      </pc:docMkLst>
      <pc:sldChg chg="del">
        <pc:chgData name="Shawn West" userId="bcaf3c6b-bfc1-40d2-81dc-c3fa941236d7" providerId="ADAL" clId="{EBA2746B-8258-4F11-A3B4-02AB960155BA}" dt="2025-01-17T14:18:12.943" v="3" actId="47"/>
        <pc:sldMkLst>
          <pc:docMk/>
          <pc:sldMk cId="1414995325" sldId="256"/>
        </pc:sldMkLst>
      </pc:sldChg>
      <pc:sldChg chg="new del">
        <pc:chgData name="Shawn West" userId="bcaf3c6b-bfc1-40d2-81dc-c3fa941236d7" providerId="ADAL" clId="{EBA2746B-8258-4F11-A3B4-02AB960155BA}" dt="2025-01-17T14:18:00.460" v="1" actId="47"/>
        <pc:sldMkLst>
          <pc:docMk/>
          <pc:sldMk cId="3708369124" sldId="257"/>
        </pc:sldMkLst>
      </pc:sldChg>
      <pc:sldChg chg="addSp delSp modSp new mod">
        <pc:chgData name="Shawn West" userId="bcaf3c6b-bfc1-40d2-81dc-c3fa941236d7" providerId="ADAL" clId="{EBA2746B-8258-4F11-A3B4-02AB960155BA}" dt="2025-01-17T14:42:10.410" v="46" actId="1076"/>
        <pc:sldMkLst>
          <pc:docMk/>
          <pc:sldMk cId="4081383074" sldId="257"/>
        </pc:sldMkLst>
        <pc:spChg chg="mod">
          <ac:chgData name="Shawn West" userId="bcaf3c6b-bfc1-40d2-81dc-c3fa941236d7" providerId="ADAL" clId="{EBA2746B-8258-4F11-A3B4-02AB960155BA}" dt="2025-01-17T14:41:54.791" v="43" actId="20577"/>
          <ac:spMkLst>
            <pc:docMk/>
            <pc:sldMk cId="4081383074" sldId="257"/>
            <ac:spMk id="2" creationId="{303F82CC-BBAB-5787-69BB-8E68E36E05FC}"/>
          </ac:spMkLst>
        </pc:spChg>
        <pc:spChg chg="del mod">
          <ac:chgData name="Shawn West" userId="bcaf3c6b-bfc1-40d2-81dc-c3fa941236d7" providerId="ADAL" clId="{EBA2746B-8258-4F11-A3B4-02AB960155BA}" dt="2025-01-17T14:42:06.746" v="44" actId="478"/>
          <ac:spMkLst>
            <pc:docMk/>
            <pc:sldMk cId="4081383074" sldId="257"/>
            <ac:spMk id="3" creationId="{202890AF-5BEF-13F1-1FFD-8D6E6AF13813}"/>
          </ac:spMkLst>
        </pc:spChg>
        <pc:picChg chg="add mod">
          <ac:chgData name="Shawn West" userId="bcaf3c6b-bfc1-40d2-81dc-c3fa941236d7" providerId="ADAL" clId="{EBA2746B-8258-4F11-A3B4-02AB960155BA}" dt="2025-01-17T14:42:10.410" v="46" actId="1076"/>
          <ac:picMkLst>
            <pc:docMk/>
            <pc:sldMk cId="4081383074" sldId="257"/>
            <ac:picMk id="5" creationId="{2366FCC9-6F14-4D37-A73A-B4E802779EDE}"/>
          </ac:picMkLst>
        </pc:picChg>
      </pc:sldChg>
      <pc:sldChg chg="new del">
        <pc:chgData name="Shawn West" userId="bcaf3c6b-bfc1-40d2-81dc-c3fa941236d7" providerId="ADAL" clId="{EBA2746B-8258-4F11-A3B4-02AB960155BA}" dt="2025-01-17T14:42:21.163" v="47" actId="47"/>
        <pc:sldMkLst>
          <pc:docMk/>
          <pc:sldMk cId="2772322361" sldId="258"/>
        </pc:sldMkLst>
      </pc:sldChg>
      <pc:sldChg chg="addSp delSp modSp add mod">
        <pc:chgData name="Shawn West" userId="bcaf3c6b-bfc1-40d2-81dc-c3fa941236d7" providerId="ADAL" clId="{EBA2746B-8258-4F11-A3B4-02AB960155BA}" dt="2025-01-17T14:45:00.849" v="129" actId="20577"/>
        <pc:sldMkLst>
          <pc:docMk/>
          <pc:sldMk cId="3528592374" sldId="258"/>
        </pc:sldMkLst>
        <pc:spChg chg="mod">
          <ac:chgData name="Shawn West" userId="bcaf3c6b-bfc1-40d2-81dc-c3fa941236d7" providerId="ADAL" clId="{EBA2746B-8258-4F11-A3B4-02AB960155BA}" dt="2025-01-17T14:43:16.775" v="84"/>
          <ac:spMkLst>
            <pc:docMk/>
            <pc:sldMk cId="3528592374" sldId="258"/>
            <ac:spMk id="2" creationId="{0A062356-B7FD-C7DD-467F-3B7B0DBAD533}"/>
          </ac:spMkLst>
        </pc:spChg>
        <pc:spChg chg="add mod">
          <ac:chgData name="Shawn West" userId="bcaf3c6b-bfc1-40d2-81dc-c3fa941236d7" providerId="ADAL" clId="{EBA2746B-8258-4F11-A3B4-02AB960155BA}" dt="2025-01-17T14:45:00.849" v="129" actId="20577"/>
          <ac:spMkLst>
            <pc:docMk/>
            <pc:sldMk cId="3528592374" sldId="258"/>
            <ac:spMk id="4" creationId="{DF3E83DE-3C5F-D470-8738-2D01660E2A1D}"/>
          </ac:spMkLst>
        </pc:spChg>
        <pc:picChg chg="del">
          <ac:chgData name="Shawn West" userId="bcaf3c6b-bfc1-40d2-81dc-c3fa941236d7" providerId="ADAL" clId="{EBA2746B-8258-4F11-A3B4-02AB960155BA}" dt="2025-01-17T14:42:34.223" v="51" actId="478"/>
          <ac:picMkLst>
            <pc:docMk/>
            <pc:sldMk cId="3528592374" sldId="258"/>
            <ac:picMk id="5" creationId="{604CD5EB-9862-38F7-1D6A-FA52A812FEA8}"/>
          </ac:picMkLst>
        </pc:picChg>
      </pc:sldChg>
      <pc:sldChg chg="new del">
        <pc:chgData name="Shawn West" userId="bcaf3c6b-bfc1-40d2-81dc-c3fa941236d7" providerId="ADAL" clId="{EBA2746B-8258-4F11-A3B4-02AB960155BA}" dt="2025-01-17T14:42:29.697" v="49" actId="47"/>
        <pc:sldMkLst>
          <pc:docMk/>
          <pc:sldMk cId="3547093458" sldId="258"/>
        </pc:sldMkLst>
      </pc:sldChg>
      <pc:sldChg chg="addSp delSp modSp add mod">
        <pc:chgData name="Shawn West" userId="bcaf3c6b-bfc1-40d2-81dc-c3fa941236d7" providerId="ADAL" clId="{EBA2746B-8258-4F11-A3B4-02AB960155BA}" dt="2025-01-17T15:01:03.982" v="583" actId="22"/>
        <pc:sldMkLst>
          <pc:docMk/>
          <pc:sldMk cId="1629712667" sldId="259"/>
        </pc:sldMkLst>
        <pc:spChg chg="mod">
          <ac:chgData name="Shawn West" userId="bcaf3c6b-bfc1-40d2-81dc-c3fa941236d7" providerId="ADAL" clId="{EBA2746B-8258-4F11-A3B4-02AB960155BA}" dt="2025-01-17T14:48:20.181" v="184" actId="20577"/>
          <ac:spMkLst>
            <pc:docMk/>
            <pc:sldMk cId="1629712667" sldId="259"/>
            <ac:spMk id="2" creationId="{D006288D-8D2C-EEB3-7474-6F21B4D2EC31}"/>
          </ac:spMkLst>
        </pc:spChg>
        <pc:spChg chg="add del mod">
          <ac:chgData name="Shawn West" userId="bcaf3c6b-bfc1-40d2-81dc-c3fa941236d7" providerId="ADAL" clId="{EBA2746B-8258-4F11-A3B4-02AB960155BA}" dt="2025-01-17T14:48:49.301" v="187" actId="478"/>
          <ac:spMkLst>
            <pc:docMk/>
            <pc:sldMk cId="1629712667" sldId="259"/>
            <ac:spMk id="4" creationId="{6CB2A485-3536-7C25-3328-D9722718BC89}"/>
          </ac:spMkLst>
        </pc:spChg>
        <pc:picChg chg="add mod">
          <ac:chgData name="Shawn West" userId="bcaf3c6b-bfc1-40d2-81dc-c3fa941236d7" providerId="ADAL" clId="{EBA2746B-8258-4F11-A3B4-02AB960155BA}" dt="2025-01-17T14:48:57.859" v="190" actId="1076"/>
          <ac:picMkLst>
            <pc:docMk/>
            <pc:sldMk cId="1629712667" sldId="259"/>
            <ac:picMk id="6" creationId="{CDB17619-7FE8-D749-C9B8-16976CBE05C7}"/>
          </ac:picMkLst>
        </pc:picChg>
        <pc:picChg chg="add del">
          <ac:chgData name="Shawn West" userId="bcaf3c6b-bfc1-40d2-81dc-c3fa941236d7" providerId="ADAL" clId="{EBA2746B-8258-4F11-A3B4-02AB960155BA}" dt="2025-01-17T15:01:03.982" v="583" actId="22"/>
          <ac:picMkLst>
            <pc:docMk/>
            <pc:sldMk cId="1629712667" sldId="259"/>
            <ac:picMk id="8" creationId="{F4062B8B-D41F-E562-2E77-0CCD3868850E}"/>
          </ac:picMkLst>
        </pc:picChg>
      </pc:sldChg>
      <pc:sldChg chg="add del">
        <pc:chgData name="Shawn West" userId="bcaf3c6b-bfc1-40d2-81dc-c3fa941236d7" providerId="ADAL" clId="{EBA2746B-8258-4F11-A3B4-02AB960155BA}" dt="2025-01-17T14:42:21.163" v="47" actId="47"/>
        <pc:sldMkLst>
          <pc:docMk/>
          <pc:sldMk cId="4012072028" sldId="259"/>
        </pc:sldMkLst>
      </pc:sldChg>
      <pc:sldChg chg="add del">
        <pc:chgData name="Shawn West" userId="bcaf3c6b-bfc1-40d2-81dc-c3fa941236d7" providerId="ADAL" clId="{EBA2746B-8258-4F11-A3B4-02AB960155BA}" dt="2025-01-17T14:42:21.163" v="47" actId="47"/>
        <pc:sldMkLst>
          <pc:docMk/>
          <pc:sldMk cId="879423360" sldId="260"/>
        </pc:sldMkLst>
      </pc:sldChg>
      <pc:sldChg chg="addSp delSp modSp add mod">
        <pc:chgData name="Shawn West" userId="bcaf3c6b-bfc1-40d2-81dc-c3fa941236d7" providerId="ADAL" clId="{EBA2746B-8258-4F11-A3B4-02AB960155BA}" dt="2025-01-17T14:58:32.071" v="581" actId="20577"/>
        <pc:sldMkLst>
          <pc:docMk/>
          <pc:sldMk cId="1333726806" sldId="260"/>
        </pc:sldMkLst>
        <pc:spChg chg="mod">
          <ac:chgData name="Shawn West" userId="bcaf3c6b-bfc1-40d2-81dc-c3fa941236d7" providerId="ADAL" clId="{EBA2746B-8258-4F11-A3B4-02AB960155BA}" dt="2025-01-17T14:53:39.445" v="199" actId="20577"/>
          <ac:spMkLst>
            <pc:docMk/>
            <pc:sldMk cId="1333726806" sldId="260"/>
            <ac:spMk id="2" creationId="{047FE153-5DD1-66E8-B368-5411C9B7F35B}"/>
          </ac:spMkLst>
        </pc:spChg>
        <pc:spChg chg="add mod">
          <ac:chgData name="Shawn West" userId="bcaf3c6b-bfc1-40d2-81dc-c3fa941236d7" providerId="ADAL" clId="{EBA2746B-8258-4F11-A3B4-02AB960155BA}" dt="2025-01-17T14:58:32.071" v="581" actId="20577"/>
          <ac:spMkLst>
            <pc:docMk/>
            <pc:sldMk cId="1333726806" sldId="260"/>
            <ac:spMk id="5" creationId="{8C877542-7EAB-852D-951E-6A2D7C4F9FBC}"/>
          </ac:spMkLst>
        </pc:spChg>
        <pc:picChg chg="add del">
          <ac:chgData name="Shawn West" userId="bcaf3c6b-bfc1-40d2-81dc-c3fa941236d7" providerId="ADAL" clId="{EBA2746B-8258-4F11-A3B4-02AB960155BA}" dt="2025-01-17T14:53:43.267" v="201" actId="22"/>
          <ac:picMkLst>
            <pc:docMk/>
            <pc:sldMk cId="1333726806" sldId="260"/>
            <ac:picMk id="4" creationId="{91E4E917-164F-A6F6-C2FC-D551AC45993F}"/>
          </ac:picMkLst>
        </pc:picChg>
      </pc:sldChg>
      <pc:sldChg chg="add del">
        <pc:chgData name="Shawn West" userId="bcaf3c6b-bfc1-40d2-81dc-c3fa941236d7" providerId="ADAL" clId="{EBA2746B-8258-4F11-A3B4-02AB960155BA}" dt="2025-01-17T14:42:21.163" v="47" actId="47"/>
        <pc:sldMkLst>
          <pc:docMk/>
          <pc:sldMk cId="2571484767" sldId="261"/>
        </pc:sldMkLst>
      </pc:sldChg>
      <pc:sldChg chg="add del">
        <pc:chgData name="Shawn West" userId="bcaf3c6b-bfc1-40d2-81dc-c3fa941236d7" providerId="ADAL" clId="{EBA2746B-8258-4F11-A3B4-02AB960155BA}" dt="2025-01-17T14:55:02.270" v="362" actId="47"/>
        <pc:sldMkLst>
          <pc:docMk/>
          <pc:sldMk cId="4171293238" sldId="261"/>
        </pc:sldMkLst>
      </pc:sldChg>
      <pc:sldChg chg="modSp add mod">
        <pc:chgData name="Shawn West" userId="bcaf3c6b-bfc1-40d2-81dc-c3fa941236d7" providerId="ADAL" clId="{EBA2746B-8258-4F11-A3B4-02AB960155BA}" dt="2025-01-17T14:48:04.807" v="173" actId="15"/>
        <pc:sldMkLst>
          <pc:docMk/>
          <pc:sldMk cId="1267316176" sldId="262"/>
        </pc:sldMkLst>
        <pc:spChg chg="mod">
          <ac:chgData name="Shawn West" userId="bcaf3c6b-bfc1-40d2-81dc-c3fa941236d7" providerId="ADAL" clId="{EBA2746B-8258-4F11-A3B4-02AB960155BA}" dt="2025-01-17T14:48:04.807" v="173" actId="15"/>
          <ac:spMkLst>
            <pc:docMk/>
            <pc:sldMk cId="1267316176" sldId="262"/>
            <ac:spMk id="4" creationId="{9B473A54-C9F6-9099-EAD0-15F808C736AE}"/>
          </ac:spMkLst>
        </pc:spChg>
      </pc:sldChg>
      <pc:sldChg chg="modSp add mod ord">
        <pc:chgData name="Shawn West" userId="bcaf3c6b-bfc1-40d2-81dc-c3fa941236d7" providerId="ADAL" clId="{EBA2746B-8258-4F11-A3B4-02AB960155BA}" dt="2025-01-17T14:57:28.404" v="493" actId="20577"/>
        <pc:sldMkLst>
          <pc:docMk/>
          <pc:sldMk cId="584547128" sldId="263"/>
        </pc:sldMkLst>
        <pc:spChg chg="mod">
          <ac:chgData name="Shawn West" userId="bcaf3c6b-bfc1-40d2-81dc-c3fa941236d7" providerId="ADAL" clId="{EBA2746B-8258-4F11-A3B4-02AB960155BA}" dt="2025-01-17T14:55:45.232" v="395" actId="20577"/>
          <ac:spMkLst>
            <pc:docMk/>
            <pc:sldMk cId="584547128" sldId="263"/>
            <ac:spMk id="2" creationId="{29E5BD8F-213D-B580-5928-0A35939CF579}"/>
          </ac:spMkLst>
        </pc:spChg>
        <pc:spChg chg="mod">
          <ac:chgData name="Shawn West" userId="bcaf3c6b-bfc1-40d2-81dc-c3fa941236d7" providerId="ADAL" clId="{EBA2746B-8258-4F11-A3B4-02AB960155BA}" dt="2025-01-17T14:57:28.404" v="493" actId="20577"/>
          <ac:spMkLst>
            <pc:docMk/>
            <pc:sldMk cId="584547128" sldId="263"/>
            <ac:spMk id="5" creationId="{AFA0257D-5578-DDFD-9764-5E349B8FCF07}"/>
          </ac:spMkLst>
        </pc:spChg>
      </pc:sldChg>
      <pc:sldChg chg="addSp delSp modSp add mod">
        <pc:chgData name="Shawn West" userId="bcaf3c6b-bfc1-40d2-81dc-c3fa941236d7" providerId="ADAL" clId="{EBA2746B-8258-4F11-A3B4-02AB960155BA}" dt="2025-01-17T15:01:45.365" v="590" actId="1076"/>
        <pc:sldMkLst>
          <pc:docMk/>
          <pc:sldMk cId="776488220" sldId="264"/>
        </pc:sldMkLst>
        <pc:spChg chg="mod">
          <ac:chgData name="Shawn West" userId="bcaf3c6b-bfc1-40d2-81dc-c3fa941236d7" providerId="ADAL" clId="{EBA2746B-8258-4F11-A3B4-02AB960155BA}" dt="2025-01-17T15:01:14.058" v="586" actId="20577"/>
          <ac:spMkLst>
            <pc:docMk/>
            <pc:sldMk cId="776488220" sldId="264"/>
            <ac:spMk id="2" creationId="{62940DF8-32DD-1494-CDD7-54BC78F969A2}"/>
          </ac:spMkLst>
        </pc:spChg>
        <pc:picChg chg="add mod">
          <ac:chgData name="Shawn West" userId="bcaf3c6b-bfc1-40d2-81dc-c3fa941236d7" providerId="ADAL" clId="{EBA2746B-8258-4F11-A3B4-02AB960155BA}" dt="2025-01-17T15:01:45.365" v="590" actId="1076"/>
          <ac:picMkLst>
            <pc:docMk/>
            <pc:sldMk cId="776488220" sldId="264"/>
            <ac:picMk id="4" creationId="{3650FBE7-F80B-7454-5172-4AC2829AA124}"/>
          </ac:picMkLst>
        </pc:picChg>
        <pc:picChg chg="del">
          <ac:chgData name="Shawn West" userId="bcaf3c6b-bfc1-40d2-81dc-c3fa941236d7" providerId="ADAL" clId="{EBA2746B-8258-4F11-A3B4-02AB960155BA}" dt="2025-01-17T15:01:30.108" v="587" actId="478"/>
          <ac:picMkLst>
            <pc:docMk/>
            <pc:sldMk cId="776488220" sldId="264"/>
            <ac:picMk id="6" creationId="{0E659F17-285F-5929-752A-C787F8DBD53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81C1-4225-724E-23FD-0069FA80B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C7651-5D67-4823-C318-6FD03B6D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0E5F8-4B47-134C-11A9-7008E70D3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4A7FC-3B57-371E-65E7-6E8F96FD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12E8D-C361-AF64-092F-FAFE17D9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7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CDA0-8A25-AFA0-04AF-D6E7F0D9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73B4-DA4A-8F46-EC04-25EEAAC74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3E5CA-31D2-238A-D80A-D89EFE83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3B9D3-1B00-C10A-48C9-EA6E0457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C6317-AA3E-AAD0-3A4F-1271C19A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0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B9B85-E83D-9469-2997-123C64EF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2D464-2D74-E1F2-AB9D-A94BEB85F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4D6FA-3A18-5654-51DE-BA96B4177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9847D-D280-168C-F73E-4A7E7DDD3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7D7A4-2329-69C9-1A81-A5F61515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4E18-6D1B-96ED-D74C-40EEC7010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61E7E-3676-915E-80DC-DCECC0923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49AEC-FC15-4698-0BD3-2B89D34B0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4880D-B954-F1F9-1AFF-392C4B92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10E5B-C50C-852A-538F-00AF409D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681F1-DA2C-D50F-521F-A1883BFD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19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EFA0-C1BF-3F68-4EC4-31A08FB5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16C77-406A-BD57-D666-EEB8D2F5E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87868-07E1-CA58-13EE-98239AA0B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019DC-B7F1-C797-0912-30931BC4C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D9851-27AB-A8A0-9DDC-169440F7F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67D1B-C0B4-9D7D-0CD7-62D1D2E79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D5D83-15E6-F20C-C688-1776F2FD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28D869-EF73-D600-34BC-E90809B13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1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BC14-7E3C-FFC2-3EDB-AA7B5ACD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E8F19-C5B6-996D-9262-1ED8E4C8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0866B-6E5C-EAA1-B450-64858E7A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37940-239D-550A-E706-A5EFB573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93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20353E-AF4A-A7B2-7B08-D9F801948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78FE7C-0073-8FDF-0197-11C7710E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6B266-0014-F645-34EC-182F151E8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40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E40F-7ADC-DEB2-1930-023F6318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7457-E85D-4D87-390E-799BC0FCA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5CE8-55FB-C456-C1EA-25731647D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47183-999C-DA9F-1573-BBC3CEDC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44BC8-DD64-F55C-48C6-24024B72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CD3B9-9F84-628A-BDDF-AB1C81A4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0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1F04-F416-A657-D3C8-5E146CE1F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8DACC1-AC14-73E0-AE5F-3C5ED23E9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ECD8A-2ED9-920D-5C5C-AA6BC148C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FAC17-6B8A-0058-7694-48ACCEDE3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DAC60-0594-207B-884A-E56F2AE3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FBF6A-5248-E6C3-82AE-8CF62F0A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9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92C6-B33F-3AA2-E697-E1A32F71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EBF0F-5D43-E5ED-B536-84DD8088C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7FED4-EE27-DA6F-56D5-7C60E6884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475A0-7A47-CDF7-D8AA-1B25B2D8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DEFB6-61B8-1731-BC36-4A488EF9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83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BAF3F-0D66-0516-19D8-E7C35C620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1B74B-BC19-1256-E053-8EF35FB3E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539EE-68A4-505C-90CF-4E897569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B39BA-063E-579E-01FE-5DB19E03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4F358-4812-6376-EDB5-4AA62807D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3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B9438-F51E-00F3-FC80-512332BC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568DB-13BA-DD0B-5A57-234339222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FC7C5-DEB4-D3A5-4660-D7185F50B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FE70F-8F50-44D7-ABAF-1400B6D0973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F2D5A-525E-153B-2A1D-4EE6051E0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418AD-8EB4-56F7-07AD-C4E947590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92F47-547C-446C-B92E-F5C3A143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2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82CC-BBAB-5787-69BB-8E68E36E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533"/>
          </a:xfrm>
        </p:spPr>
        <p:txBody>
          <a:bodyPr>
            <a:normAutofit fontScale="90000"/>
          </a:bodyPr>
          <a:lstStyle/>
          <a:p>
            <a:r>
              <a:rPr lang="en-US" dirty="0"/>
              <a:t>Security – Roles and Permissions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6FCC9-6F14-4D37-A73A-B4E802779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10" y="959356"/>
            <a:ext cx="11631648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8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E542-29FD-730F-1CE9-85F61838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62356-B7FD-C7DD-467F-3B7B0DBA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533"/>
          </a:xfrm>
        </p:spPr>
        <p:txBody>
          <a:bodyPr>
            <a:normAutofit fontScale="90000"/>
          </a:bodyPr>
          <a:lstStyle/>
          <a:p>
            <a:r>
              <a:rPr lang="en-US" dirty="0"/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E83DE-3C5F-D470-8738-2D01660E2A1D}"/>
              </a:ext>
            </a:extLst>
          </p:cNvPr>
          <p:cNvSpPr txBox="1"/>
          <p:nvPr/>
        </p:nvSpPr>
        <p:spPr>
          <a:xfrm>
            <a:off x="760288" y="984476"/>
            <a:ext cx="110652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UI / UX and enhanced search capabilities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 for multiple ASINs, UPCs, and tags per cert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Ability to pull count/number for ASINs, UPCs per cert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and internal fields and tags*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Filtering, sorting*, export (data + cert PDFs)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multiselect (ability to download multiple certs at once)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(Amazon, Mindful Materials, Ecomedes, </a:t>
            </a:r>
            <a:r>
              <a:rPr lang="en-US" dirty="0" err="1"/>
              <a:t>Toxnot</a:t>
            </a:r>
            <a:r>
              <a:rPr lang="en-US" dirty="0"/>
              <a:t>, etc.)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Field addition / maintenance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Customizable dashboard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 public view archive when expiration date is past (keep with updated status to ‘Expired’, do not delete record, expired should be available to users only not public)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 UPC (vs SKU which is listed throughout prior doc)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Saved page history (as you navigate and click on options) – open new tab when selecting product/cert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website tracking (visits/page views, unique visits, time of page, downloads) – Google Analytics reporting</a:t>
            </a:r>
          </a:p>
        </p:txBody>
      </p:sp>
    </p:spTree>
    <p:extLst>
      <p:ext uri="{BB962C8B-B14F-4D97-AF65-F5344CB8AC3E}">
        <p14:creationId xmlns:p14="http://schemas.microsoft.com/office/powerpoint/2010/main" val="352859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B9920-E0E5-DD95-0C2E-4EB510BF2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BDF0-7017-6BCB-2262-3ECE33A1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533"/>
          </a:xfrm>
        </p:spPr>
        <p:txBody>
          <a:bodyPr>
            <a:normAutofit fontScale="90000"/>
          </a:bodyPr>
          <a:lstStyle/>
          <a:p>
            <a:r>
              <a:rPr lang="en-US" dirty="0"/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473A54-C9F6-9099-EAD0-15F808C736AE}"/>
              </a:ext>
            </a:extLst>
          </p:cNvPr>
          <p:cNvSpPr txBox="1"/>
          <p:nvPr/>
        </p:nvSpPr>
        <p:spPr>
          <a:xfrm>
            <a:off x="760288" y="984476"/>
            <a:ext cx="110652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Cert import system UI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Fields and cert PDF upload process /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DB table fields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[external] Certificate #, Company, Product, Product Category, Certification, Effective, Expiration, Location, Certificate Download, Tags [external]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[internal additional] Tags [external + internal], ASIN #’s, UPC #'s, Status, Amazon Marketplace 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 Options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 Search bar (with ‘Clear filters’ option like SCS has)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Need ability to have different levels within filter categories (see SCS example – Furniture &gt; Seating &gt; Lounge)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[external] Product Category, Certification, Company, Location (country), Tags [external]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External Tag Examples: LEED, LBC, APR, </a:t>
            </a:r>
            <a:r>
              <a:rPr lang="en-US" dirty="0" err="1"/>
              <a:t>Revinylze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[internal additional] Tags [all], Status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• User access types and maintenance </a:t>
            </a:r>
          </a:p>
        </p:txBody>
      </p:sp>
    </p:spTree>
    <p:extLst>
      <p:ext uri="{BB962C8B-B14F-4D97-AF65-F5344CB8AC3E}">
        <p14:creationId xmlns:p14="http://schemas.microsoft.com/office/powerpoint/2010/main" val="126731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5B2B9-09A7-C908-1FA4-B07156E2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6288D-8D2C-EEB3-7474-6F21B4D2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533"/>
          </a:xfrm>
        </p:spPr>
        <p:txBody>
          <a:bodyPr>
            <a:normAutofit fontScale="90000"/>
          </a:bodyPr>
          <a:lstStyle/>
          <a:p>
            <a:r>
              <a:rPr lang="en-US" dirty="0"/>
              <a:t>DB Examples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B17619-7FE8-D749-C9B8-16976CBE0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73" y="906053"/>
            <a:ext cx="10285950" cy="535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1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08B4-62E6-119D-CFCE-9588F370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40DF8-32DD-1494-CDD7-54BC78F96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533"/>
          </a:xfrm>
        </p:spPr>
        <p:txBody>
          <a:bodyPr>
            <a:normAutofit fontScale="90000"/>
          </a:bodyPr>
          <a:lstStyle/>
          <a:p>
            <a:r>
              <a:rPr lang="en-US" dirty="0"/>
              <a:t>UI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50FBE7-F80B-7454-5172-4AC2829AA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05958"/>
            <a:ext cx="9035358" cy="504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8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D548-C54B-A703-E51D-72B571489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5BD8F-213D-B580-5928-0A35939CF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533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A0257D-5578-DDFD-9764-5E349B8FCF07}"/>
              </a:ext>
            </a:extLst>
          </p:cNvPr>
          <p:cNvSpPr txBox="1"/>
          <p:nvPr/>
        </p:nvSpPr>
        <p:spPr>
          <a:xfrm>
            <a:off x="729465" y="1025572"/>
            <a:ext cx="11065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and Mockups are in progress – will send over drafts early next week (Monday – Tuesday)</a:t>
            </a:r>
          </a:p>
        </p:txBody>
      </p:sp>
    </p:spTree>
    <p:extLst>
      <p:ext uri="{BB962C8B-B14F-4D97-AF65-F5344CB8AC3E}">
        <p14:creationId xmlns:p14="http://schemas.microsoft.com/office/powerpoint/2010/main" val="584547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43A5-AA2E-7CAA-D5F3-41721068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FE153-5DD1-66E8-B368-5411C9B7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533"/>
          </a:xfrm>
        </p:spPr>
        <p:txBody>
          <a:bodyPr>
            <a:normAutofit fontScale="90000"/>
          </a:bodyPr>
          <a:lstStyle/>
          <a:p>
            <a:r>
              <a:rPr lang="en-US" dirty="0"/>
              <a:t>Mockups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77542-7EAB-852D-951E-6A2D7C4F9FBC}"/>
              </a:ext>
            </a:extLst>
          </p:cNvPr>
          <p:cNvSpPr txBox="1"/>
          <p:nvPr/>
        </p:nvSpPr>
        <p:spPr>
          <a:xfrm>
            <a:off x="760288" y="984476"/>
            <a:ext cx="11065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Mockups will include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 Integration with Amazon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UI Design and Search</a:t>
            </a:r>
          </a:p>
        </p:txBody>
      </p:sp>
    </p:spTree>
    <p:extLst>
      <p:ext uri="{BB962C8B-B14F-4D97-AF65-F5344CB8AC3E}">
        <p14:creationId xmlns:p14="http://schemas.microsoft.com/office/powerpoint/2010/main" val="1333726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359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Security – Roles and Permissions</vt:lpstr>
      <vt:lpstr>Requirements</vt:lpstr>
      <vt:lpstr>Requirements</vt:lpstr>
      <vt:lpstr>DB Examples</vt:lpstr>
      <vt:lpstr>UI Examples</vt:lpstr>
      <vt:lpstr>Project Status</vt:lpstr>
      <vt:lpstr>Mockups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West</dc:creator>
  <cp:lastModifiedBy>Shawn West</cp:lastModifiedBy>
  <cp:revision>1</cp:revision>
  <dcterms:created xsi:type="dcterms:W3CDTF">2025-01-17T14:16:30Z</dcterms:created>
  <dcterms:modified xsi:type="dcterms:W3CDTF">2025-01-17T15:01:47Z</dcterms:modified>
</cp:coreProperties>
</file>