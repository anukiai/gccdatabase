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7"/>
  </p:notesMasterIdLst>
  <p:sldIdLst>
    <p:sldId id="396" r:id="rId2"/>
    <p:sldId id="395" r:id="rId3"/>
    <p:sldId id="397" r:id="rId4"/>
    <p:sldId id="392" r:id="rId5"/>
    <p:sldId id="390" r:id="rId6"/>
  </p:sldIdLst>
  <p:sldSz cx="21674138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892B05B-E117-52AD-3F68-AE601404E83B}" name="Shawn West" initials="SW" userId="S::Swest@anukiconsulting.com::bcaf3c6b-bfc1-40d2-81dc-c3fa941236d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7A2AAF-D982-4360-855C-7E3B4436CBF8}" v="15" dt="2025-06-23T12:51:40.0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441" autoAdjust="0"/>
    <p:restoredTop sz="96247" autoAdjust="0"/>
  </p:normalViewPr>
  <p:slideViewPr>
    <p:cSldViewPr snapToGrid="0">
      <p:cViewPr>
        <p:scale>
          <a:sx n="50" d="100"/>
          <a:sy n="50" d="100"/>
        </p:scale>
        <p:origin x="1944" y="9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4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wn West" userId="bcaf3c6b-bfc1-40d2-81dc-c3fa941236d7" providerId="ADAL" clId="{457A2AAF-D982-4360-855C-7E3B4436CBF8}"/>
    <pc:docChg chg="undo custSel addSld delSld modSld sldOrd modMainMaster modNotesMaster">
      <pc:chgData name="Shawn West" userId="bcaf3c6b-bfc1-40d2-81dc-c3fa941236d7" providerId="ADAL" clId="{457A2AAF-D982-4360-855C-7E3B4436CBF8}" dt="2025-06-23T12:55:43.808" v="238" actId="1076"/>
      <pc:docMkLst>
        <pc:docMk/>
      </pc:docMkLst>
      <pc:sldChg chg="addSp modSp del mod">
        <pc:chgData name="Shawn West" userId="bcaf3c6b-bfc1-40d2-81dc-c3fa941236d7" providerId="ADAL" clId="{457A2AAF-D982-4360-855C-7E3B4436CBF8}" dt="2025-06-23T12:26:39.986" v="134" actId="47"/>
        <pc:sldMkLst>
          <pc:docMk/>
          <pc:sldMk cId="3469591297" sldId="389"/>
        </pc:sldMkLst>
        <pc:spChg chg="mod">
          <ac:chgData name="Shawn West" userId="bcaf3c6b-bfc1-40d2-81dc-c3fa941236d7" providerId="ADAL" clId="{457A2AAF-D982-4360-855C-7E3B4436CBF8}" dt="2025-06-23T12:20:28.588" v="48" actId="27636"/>
          <ac:spMkLst>
            <pc:docMk/>
            <pc:sldMk cId="3469591297" sldId="389"/>
            <ac:spMk id="2" creationId="{9D4805CA-6906-E45E-56C1-15DCD7AB6470}"/>
          </ac:spMkLst>
        </pc:spChg>
        <pc:spChg chg="add mod">
          <ac:chgData name="Shawn West" userId="bcaf3c6b-bfc1-40d2-81dc-c3fa941236d7" providerId="ADAL" clId="{457A2AAF-D982-4360-855C-7E3B4436CBF8}" dt="2025-06-23T12:25:34.566" v="118" actId="20577"/>
          <ac:spMkLst>
            <pc:docMk/>
            <pc:sldMk cId="3469591297" sldId="389"/>
            <ac:spMk id="3" creationId="{29719D5A-068A-0CC9-A4F9-D94CAF58EBA2}"/>
          </ac:spMkLst>
        </pc:spChg>
      </pc:sldChg>
      <pc:sldChg chg="addSp delSp modSp add mod setBg">
        <pc:chgData name="Shawn West" userId="bcaf3c6b-bfc1-40d2-81dc-c3fa941236d7" providerId="ADAL" clId="{457A2AAF-D982-4360-855C-7E3B4436CBF8}" dt="2025-06-23T12:55:43.808" v="238" actId="1076"/>
        <pc:sldMkLst>
          <pc:docMk/>
          <pc:sldMk cId="4013980316" sldId="390"/>
        </pc:sldMkLst>
        <pc:spChg chg="mod ord">
          <ac:chgData name="Shawn West" userId="bcaf3c6b-bfc1-40d2-81dc-c3fa941236d7" providerId="ADAL" clId="{457A2AAF-D982-4360-855C-7E3B4436CBF8}" dt="2025-06-23T12:23:44.352" v="74" actId="26606"/>
          <ac:spMkLst>
            <pc:docMk/>
            <pc:sldMk cId="4013980316" sldId="390"/>
            <ac:spMk id="2" creationId="{C0F2810D-6650-B3AB-9F98-BDC792611D0A}"/>
          </ac:spMkLst>
        </pc:spChg>
        <pc:spChg chg="add del">
          <ac:chgData name="Shawn West" userId="bcaf3c6b-bfc1-40d2-81dc-c3fa941236d7" providerId="ADAL" clId="{457A2AAF-D982-4360-855C-7E3B4436CBF8}" dt="2025-06-23T12:23:44.356" v="75" actId="26606"/>
          <ac:spMkLst>
            <pc:docMk/>
            <pc:sldMk cId="4013980316" sldId="390"/>
            <ac:spMk id="19" creationId="{4F7B9026-36AD-42E4-B172-8D68F3A339B4}"/>
          </ac:spMkLst>
        </pc:spChg>
        <pc:spChg chg="add mod">
          <ac:chgData name="Shawn West" userId="bcaf3c6b-bfc1-40d2-81dc-c3fa941236d7" providerId="ADAL" clId="{457A2AAF-D982-4360-855C-7E3B4436CBF8}" dt="2025-06-23T12:25:56.271" v="122"/>
          <ac:spMkLst>
            <pc:docMk/>
            <pc:sldMk cId="4013980316" sldId="390"/>
            <ac:spMk id="22" creationId="{4C5DB309-EB7E-EC1D-FB99-A3F3108D26AF}"/>
          </ac:spMkLst>
        </pc:spChg>
        <pc:spChg chg="add del">
          <ac:chgData name="Shawn West" userId="bcaf3c6b-bfc1-40d2-81dc-c3fa941236d7" providerId="ADAL" clId="{457A2AAF-D982-4360-855C-7E3B4436CBF8}" dt="2025-06-23T12:23:37.436" v="70" actId="26606"/>
          <ac:spMkLst>
            <pc:docMk/>
            <pc:sldMk cId="4013980316" sldId="390"/>
            <ac:spMk id="24" creationId="{D2B82E2D-5822-450E-85CC-AE5EDD01ECD9}"/>
          </ac:spMkLst>
        </pc:spChg>
        <pc:spChg chg="add del">
          <ac:chgData name="Shawn West" userId="bcaf3c6b-bfc1-40d2-81dc-c3fa941236d7" providerId="ADAL" clId="{457A2AAF-D982-4360-855C-7E3B4436CBF8}" dt="2025-06-23T12:23:41.120" v="72" actId="26606"/>
          <ac:spMkLst>
            <pc:docMk/>
            <pc:sldMk cId="4013980316" sldId="390"/>
            <ac:spMk id="26" creationId="{4F7B9026-36AD-42E4-B172-8D68F3A339B4}"/>
          </ac:spMkLst>
        </pc:spChg>
        <pc:spChg chg="add del">
          <ac:chgData name="Shawn West" userId="bcaf3c6b-bfc1-40d2-81dc-c3fa941236d7" providerId="ADAL" clId="{457A2AAF-D982-4360-855C-7E3B4436CBF8}" dt="2025-06-23T12:23:44.352" v="74" actId="26606"/>
          <ac:spMkLst>
            <pc:docMk/>
            <pc:sldMk cId="4013980316" sldId="390"/>
            <ac:spMk id="28" creationId="{42A4FC2C-047E-45A5-965D-8E1E3BF09BC6}"/>
          </ac:spMkLst>
        </pc:spChg>
        <pc:spChg chg="add">
          <ac:chgData name="Shawn West" userId="bcaf3c6b-bfc1-40d2-81dc-c3fa941236d7" providerId="ADAL" clId="{457A2AAF-D982-4360-855C-7E3B4436CBF8}" dt="2025-06-23T12:23:44.356" v="75" actId="26606"/>
          <ac:spMkLst>
            <pc:docMk/>
            <pc:sldMk cId="4013980316" sldId="390"/>
            <ac:spMk id="30" creationId="{D2B82E2D-5822-450E-85CC-AE5EDD01ECD9}"/>
          </ac:spMkLst>
        </pc:spChg>
        <pc:picChg chg="add del mod modCrop">
          <ac:chgData name="Shawn West" userId="bcaf3c6b-bfc1-40d2-81dc-c3fa941236d7" providerId="ADAL" clId="{457A2AAF-D982-4360-855C-7E3B4436CBF8}" dt="2025-06-23T12:17:06.166" v="28" actId="478"/>
          <ac:picMkLst>
            <pc:docMk/>
            <pc:sldMk cId="4013980316" sldId="390"/>
            <ac:picMk id="4" creationId="{0EC3F2E5-8936-C2EF-A8D2-55A91CE78C78}"/>
          </ac:picMkLst>
        </pc:picChg>
        <pc:picChg chg="add del">
          <ac:chgData name="Shawn West" userId="bcaf3c6b-bfc1-40d2-81dc-c3fa941236d7" providerId="ADAL" clId="{457A2AAF-D982-4360-855C-7E3B4436CBF8}" dt="2025-06-23T12:17:50.462" v="30" actId="478"/>
          <ac:picMkLst>
            <pc:docMk/>
            <pc:sldMk cId="4013980316" sldId="390"/>
            <ac:picMk id="6" creationId="{3C145DA4-6D1C-EE76-96A5-E516BD5EF6D0}"/>
          </ac:picMkLst>
        </pc:picChg>
        <pc:picChg chg="add del mod ord modCrop">
          <ac:chgData name="Shawn West" userId="bcaf3c6b-bfc1-40d2-81dc-c3fa941236d7" providerId="ADAL" clId="{457A2AAF-D982-4360-855C-7E3B4436CBF8}" dt="2025-06-23T12:26:03.790" v="125" actId="478"/>
          <ac:picMkLst>
            <pc:docMk/>
            <pc:sldMk cId="4013980316" sldId="390"/>
            <ac:picMk id="8" creationId="{874A39B2-36ED-7A71-406D-4841BF075A02}"/>
          </ac:picMkLst>
        </pc:picChg>
        <pc:picChg chg="add del mod">
          <ac:chgData name="Shawn West" userId="bcaf3c6b-bfc1-40d2-81dc-c3fa941236d7" providerId="ADAL" clId="{457A2AAF-D982-4360-855C-7E3B4436CBF8}" dt="2025-06-23T12:18:42.862" v="37" actId="478"/>
          <ac:picMkLst>
            <pc:docMk/>
            <pc:sldMk cId="4013980316" sldId="390"/>
            <ac:picMk id="10" creationId="{B991855B-20D1-88F9-7DD1-DDC303C9F64F}"/>
          </ac:picMkLst>
        </pc:picChg>
        <pc:picChg chg="add del mod ord">
          <ac:chgData name="Shawn West" userId="bcaf3c6b-bfc1-40d2-81dc-c3fa941236d7" providerId="ADAL" clId="{457A2AAF-D982-4360-855C-7E3B4436CBF8}" dt="2025-06-23T12:20:53.973" v="51" actId="478"/>
          <ac:picMkLst>
            <pc:docMk/>
            <pc:sldMk cId="4013980316" sldId="390"/>
            <ac:picMk id="12" creationId="{008FDBA0-A677-B2A6-DB26-0A4599F9A4AE}"/>
          </ac:picMkLst>
        </pc:picChg>
        <pc:picChg chg="add del mod modCrop">
          <ac:chgData name="Shawn West" userId="bcaf3c6b-bfc1-40d2-81dc-c3fa941236d7" providerId="ADAL" clId="{457A2AAF-D982-4360-855C-7E3B4436CBF8}" dt="2025-06-23T12:28:32.831" v="135" actId="478"/>
          <ac:picMkLst>
            <pc:docMk/>
            <pc:sldMk cId="4013980316" sldId="390"/>
            <ac:picMk id="14" creationId="{C9CBA32A-7FA0-A5D2-7D79-66E34322F19F}"/>
          </ac:picMkLst>
        </pc:picChg>
        <pc:picChg chg="add del mod">
          <ac:chgData name="Shawn West" userId="bcaf3c6b-bfc1-40d2-81dc-c3fa941236d7" providerId="ADAL" clId="{457A2AAF-D982-4360-855C-7E3B4436CBF8}" dt="2025-06-23T12:22:16.735" v="54" actId="478"/>
          <ac:picMkLst>
            <pc:docMk/>
            <pc:sldMk cId="4013980316" sldId="390"/>
            <ac:picMk id="16" creationId="{12565228-3644-049C-41CA-C1D1087158E8}"/>
          </ac:picMkLst>
        </pc:picChg>
        <pc:picChg chg="add del mod ord">
          <ac:chgData name="Shawn West" userId="bcaf3c6b-bfc1-40d2-81dc-c3fa941236d7" providerId="ADAL" clId="{457A2AAF-D982-4360-855C-7E3B4436CBF8}" dt="2025-06-23T12:51:26.740" v="214" actId="478"/>
          <ac:picMkLst>
            <pc:docMk/>
            <pc:sldMk cId="4013980316" sldId="390"/>
            <ac:picMk id="18" creationId="{711F6EEB-AB40-9AEA-435E-AC2E7FF5FC66}"/>
          </ac:picMkLst>
        </pc:picChg>
        <pc:picChg chg="add del mod">
          <ac:chgData name="Shawn West" userId="bcaf3c6b-bfc1-40d2-81dc-c3fa941236d7" providerId="ADAL" clId="{457A2AAF-D982-4360-855C-7E3B4436CBF8}" dt="2025-06-23T12:51:27.482" v="215" actId="478"/>
          <ac:picMkLst>
            <pc:docMk/>
            <pc:sldMk cId="4013980316" sldId="390"/>
            <ac:picMk id="20" creationId="{1F1E37C2-4953-A897-E4AB-88336AEFE627}"/>
          </ac:picMkLst>
        </pc:picChg>
        <pc:picChg chg="add del mod">
          <ac:chgData name="Shawn West" userId="bcaf3c6b-bfc1-40d2-81dc-c3fa941236d7" providerId="ADAL" clId="{457A2AAF-D982-4360-855C-7E3B4436CBF8}" dt="2025-06-23T12:26:06.245" v="127" actId="478"/>
          <ac:picMkLst>
            <pc:docMk/>
            <pc:sldMk cId="4013980316" sldId="390"/>
            <ac:picMk id="21" creationId="{8ED55750-90C3-9F3F-91DD-2EB76D752325}"/>
          </ac:picMkLst>
        </pc:picChg>
        <pc:picChg chg="add del mod">
          <ac:chgData name="Shawn West" userId="bcaf3c6b-bfc1-40d2-81dc-c3fa941236d7" providerId="ADAL" clId="{457A2AAF-D982-4360-855C-7E3B4436CBF8}" dt="2025-06-23T12:52:13.510" v="224" actId="478"/>
          <ac:picMkLst>
            <pc:docMk/>
            <pc:sldMk cId="4013980316" sldId="390"/>
            <ac:picMk id="23" creationId="{2E952046-E1A0-13AE-7BD2-4E9A22E15064}"/>
          </ac:picMkLst>
        </pc:picChg>
        <pc:picChg chg="add mod">
          <ac:chgData name="Shawn West" userId="bcaf3c6b-bfc1-40d2-81dc-c3fa941236d7" providerId="ADAL" clId="{457A2AAF-D982-4360-855C-7E3B4436CBF8}" dt="2025-06-23T12:55:33.791" v="235" actId="1076"/>
          <ac:picMkLst>
            <pc:docMk/>
            <pc:sldMk cId="4013980316" sldId="390"/>
            <ac:picMk id="27" creationId="{E11D0324-7E04-8789-E9F4-64672139633C}"/>
          </ac:picMkLst>
        </pc:picChg>
        <pc:picChg chg="add mod">
          <ac:chgData name="Shawn West" userId="bcaf3c6b-bfc1-40d2-81dc-c3fa941236d7" providerId="ADAL" clId="{457A2AAF-D982-4360-855C-7E3B4436CBF8}" dt="2025-06-23T12:55:40.331" v="237" actId="1076"/>
          <ac:picMkLst>
            <pc:docMk/>
            <pc:sldMk cId="4013980316" sldId="390"/>
            <ac:picMk id="31" creationId="{52256D9B-AA11-E1D9-36A9-DBA79CE6C00F}"/>
          </ac:picMkLst>
        </pc:picChg>
        <pc:picChg chg="add mod">
          <ac:chgData name="Shawn West" userId="bcaf3c6b-bfc1-40d2-81dc-c3fa941236d7" providerId="ADAL" clId="{457A2AAF-D982-4360-855C-7E3B4436CBF8}" dt="2025-06-23T12:55:43.808" v="238" actId="1076"/>
          <ac:picMkLst>
            <pc:docMk/>
            <pc:sldMk cId="4013980316" sldId="390"/>
            <ac:picMk id="33" creationId="{C1C5CAF9-E555-C866-7E30-5F9C11F342D2}"/>
          </ac:picMkLst>
        </pc:picChg>
      </pc:sldChg>
      <pc:sldChg chg="addSp modSp new del mod ord">
        <pc:chgData name="Shawn West" userId="bcaf3c6b-bfc1-40d2-81dc-c3fa941236d7" providerId="ADAL" clId="{457A2AAF-D982-4360-855C-7E3B4436CBF8}" dt="2025-06-23T12:40:06.130" v="144" actId="47"/>
        <pc:sldMkLst>
          <pc:docMk/>
          <pc:sldMk cId="10164222" sldId="391"/>
        </pc:sldMkLst>
        <pc:spChg chg="mod">
          <ac:chgData name="Shawn West" userId="bcaf3c6b-bfc1-40d2-81dc-c3fa941236d7" providerId="ADAL" clId="{457A2AAF-D982-4360-855C-7E3B4436CBF8}" dt="2025-06-23T12:25:19.593" v="108" actId="1076"/>
          <ac:spMkLst>
            <pc:docMk/>
            <pc:sldMk cId="10164222" sldId="391"/>
            <ac:spMk id="2" creationId="{8CCB6350-5416-5C77-EE5E-076799283365}"/>
          </ac:spMkLst>
        </pc:spChg>
        <pc:picChg chg="add">
          <ac:chgData name="Shawn West" userId="bcaf3c6b-bfc1-40d2-81dc-c3fa941236d7" providerId="ADAL" clId="{457A2AAF-D982-4360-855C-7E3B4436CBF8}" dt="2025-06-23T12:39:16.437" v="136" actId="22"/>
          <ac:picMkLst>
            <pc:docMk/>
            <pc:sldMk cId="10164222" sldId="391"/>
            <ac:picMk id="4" creationId="{80153F6B-E1FF-CCDF-A25D-4EEB6778FA35}"/>
          </ac:picMkLst>
        </pc:picChg>
      </pc:sldChg>
      <pc:sldChg chg="addSp delSp modSp add mod ord setBg delDesignElem">
        <pc:chgData name="Shawn West" userId="bcaf3c6b-bfc1-40d2-81dc-c3fa941236d7" providerId="ADAL" clId="{457A2AAF-D982-4360-855C-7E3B4436CBF8}" dt="2025-06-23T12:52:08.343" v="223" actId="14100"/>
        <pc:sldMkLst>
          <pc:docMk/>
          <pc:sldMk cId="2141356155" sldId="392"/>
        </pc:sldMkLst>
        <pc:spChg chg="del">
          <ac:chgData name="Shawn West" userId="bcaf3c6b-bfc1-40d2-81dc-c3fa941236d7" providerId="ADAL" clId="{457A2AAF-D982-4360-855C-7E3B4436CBF8}" dt="2025-06-23T12:39:24.420" v="138"/>
          <ac:spMkLst>
            <pc:docMk/>
            <pc:sldMk cId="2141356155" sldId="392"/>
            <ac:spMk id="30" creationId="{C0337F13-08EB-C482-071A-0C6A6AAEAE0E}"/>
          </ac:spMkLst>
        </pc:spChg>
        <pc:picChg chg="add mod">
          <ac:chgData name="Shawn West" userId="bcaf3c6b-bfc1-40d2-81dc-c3fa941236d7" providerId="ADAL" clId="{457A2AAF-D982-4360-855C-7E3B4436CBF8}" dt="2025-06-23T12:51:19.855" v="213" actId="14100"/>
          <ac:picMkLst>
            <pc:docMk/>
            <pc:sldMk cId="2141356155" sldId="392"/>
            <ac:picMk id="4" creationId="{F7B761D5-6936-09E0-48CE-96976CF18E4B}"/>
          </ac:picMkLst>
        </pc:picChg>
        <pc:picChg chg="add mod">
          <ac:chgData name="Shawn West" userId="bcaf3c6b-bfc1-40d2-81dc-c3fa941236d7" providerId="ADAL" clId="{457A2AAF-D982-4360-855C-7E3B4436CBF8}" dt="2025-06-23T12:52:08.343" v="223" actId="14100"/>
          <ac:picMkLst>
            <pc:docMk/>
            <pc:sldMk cId="2141356155" sldId="392"/>
            <ac:picMk id="6" creationId="{56CBB56A-5CA8-5357-0FDB-ED66692FABD8}"/>
          </ac:picMkLst>
        </pc:picChg>
        <pc:picChg chg="del mod">
          <ac:chgData name="Shawn West" userId="bcaf3c6b-bfc1-40d2-81dc-c3fa941236d7" providerId="ADAL" clId="{457A2AAF-D982-4360-855C-7E3B4436CBF8}" dt="2025-06-23T12:51:38.186" v="219" actId="21"/>
          <ac:picMkLst>
            <pc:docMk/>
            <pc:sldMk cId="2141356155" sldId="392"/>
            <ac:picMk id="18" creationId="{2E952046-E1A0-13AE-7BD2-4E9A22E15064}"/>
          </ac:picMkLst>
        </pc:picChg>
      </pc:sldChg>
      <pc:sldChg chg="addSp delSp modSp add del mod">
        <pc:chgData name="Shawn West" userId="bcaf3c6b-bfc1-40d2-81dc-c3fa941236d7" providerId="ADAL" clId="{457A2AAF-D982-4360-855C-7E3B4436CBF8}" dt="2025-06-23T12:48:22.804" v="172" actId="47"/>
        <pc:sldMkLst>
          <pc:docMk/>
          <pc:sldMk cId="2135767190" sldId="393"/>
        </pc:sldMkLst>
        <pc:picChg chg="del">
          <ac:chgData name="Shawn West" userId="bcaf3c6b-bfc1-40d2-81dc-c3fa941236d7" providerId="ADAL" clId="{457A2AAF-D982-4360-855C-7E3B4436CBF8}" dt="2025-06-23T12:39:52.868" v="142" actId="478"/>
          <ac:picMkLst>
            <pc:docMk/>
            <pc:sldMk cId="2135767190" sldId="393"/>
            <ac:picMk id="4" creationId="{ADA29AEF-2660-F66B-6268-C8689E55312D}"/>
          </ac:picMkLst>
        </pc:picChg>
        <pc:picChg chg="add mod">
          <ac:chgData name="Shawn West" userId="bcaf3c6b-bfc1-40d2-81dc-c3fa941236d7" providerId="ADAL" clId="{457A2AAF-D982-4360-855C-7E3B4436CBF8}" dt="2025-06-23T12:40:01.111" v="143" actId="1076"/>
          <ac:picMkLst>
            <pc:docMk/>
            <pc:sldMk cId="2135767190" sldId="393"/>
            <ac:picMk id="5" creationId="{871E19B8-C75B-494B-CE6A-4542CC70B0A7}"/>
          </ac:picMkLst>
        </pc:picChg>
      </pc:sldChg>
      <pc:sldChg chg="addSp delSp add del mod">
        <pc:chgData name="Shawn West" userId="bcaf3c6b-bfc1-40d2-81dc-c3fa941236d7" providerId="ADAL" clId="{457A2AAF-D982-4360-855C-7E3B4436CBF8}" dt="2025-06-23T12:48:19.375" v="171" actId="47"/>
        <pc:sldMkLst>
          <pc:docMk/>
          <pc:sldMk cId="2129430131" sldId="394"/>
        </pc:sldMkLst>
        <pc:picChg chg="add del">
          <ac:chgData name="Shawn West" userId="bcaf3c6b-bfc1-40d2-81dc-c3fa941236d7" providerId="ADAL" clId="{457A2AAF-D982-4360-855C-7E3B4436CBF8}" dt="2025-06-23T12:47:18.007" v="157" actId="478"/>
          <ac:picMkLst>
            <pc:docMk/>
            <pc:sldMk cId="2129430131" sldId="394"/>
            <ac:picMk id="4" creationId="{2840058D-FDE3-74AC-D1E6-19269E459358}"/>
          </ac:picMkLst>
        </pc:picChg>
        <pc:picChg chg="del">
          <ac:chgData name="Shawn West" userId="bcaf3c6b-bfc1-40d2-81dc-c3fa941236d7" providerId="ADAL" clId="{457A2AAF-D982-4360-855C-7E3B4436CBF8}" dt="2025-06-23T12:40:12.316" v="146" actId="478"/>
          <ac:picMkLst>
            <pc:docMk/>
            <pc:sldMk cId="2129430131" sldId="394"/>
            <ac:picMk id="5" creationId="{913C362A-9F2D-A1A4-9CE5-B0C0D7015BE8}"/>
          </ac:picMkLst>
        </pc:picChg>
        <pc:picChg chg="add">
          <ac:chgData name="Shawn West" userId="bcaf3c6b-bfc1-40d2-81dc-c3fa941236d7" providerId="ADAL" clId="{457A2AAF-D982-4360-855C-7E3B4436CBF8}" dt="2025-06-23T12:47:19.309" v="158" actId="22"/>
          <ac:picMkLst>
            <pc:docMk/>
            <pc:sldMk cId="2129430131" sldId="394"/>
            <ac:picMk id="7" creationId="{AD48DBB8-C44D-791A-D2A1-0D78D6279045}"/>
          </ac:picMkLst>
        </pc:picChg>
      </pc:sldChg>
      <pc:sldChg chg="addSp delSp modSp add mod ord">
        <pc:chgData name="Shawn West" userId="bcaf3c6b-bfc1-40d2-81dc-c3fa941236d7" providerId="ADAL" clId="{457A2AAF-D982-4360-855C-7E3B4436CBF8}" dt="2025-06-23T12:50:10.072" v="209" actId="20577"/>
        <pc:sldMkLst>
          <pc:docMk/>
          <pc:sldMk cId="2757147693" sldId="395"/>
        </pc:sldMkLst>
        <pc:spChg chg="mod">
          <ac:chgData name="Shawn West" userId="bcaf3c6b-bfc1-40d2-81dc-c3fa941236d7" providerId="ADAL" clId="{457A2AAF-D982-4360-855C-7E3B4436CBF8}" dt="2025-06-23T12:50:10.072" v="209" actId="20577"/>
          <ac:spMkLst>
            <pc:docMk/>
            <pc:sldMk cId="2757147693" sldId="395"/>
            <ac:spMk id="2" creationId="{D8434BB2-013A-FDA6-F038-086ECE34FE14}"/>
          </ac:spMkLst>
        </pc:spChg>
        <pc:picChg chg="add del mod modCrop">
          <ac:chgData name="Shawn West" userId="bcaf3c6b-bfc1-40d2-81dc-c3fa941236d7" providerId="ADAL" clId="{457A2AAF-D982-4360-855C-7E3B4436CBF8}" dt="2025-06-23T12:47:14.249" v="156" actId="478"/>
          <ac:picMkLst>
            <pc:docMk/>
            <pc:sldMk cId="2757147693" sldId="395"/>
            <ac:picMk id="3" creationId="{BE8A405C-6CEB-19F0-C112-80D6ABB4A755}"/>
          </ac:picMkLst>
        </pc:picChg>
        <pc:picChg chg="add del mod modCrop">
          <ac:chgData name="Shawn West" userId="bcaf3c6b-bfc1-40d2-81dc-c3fa941236d7" providerId="ADAL" clId="{457A2AAF-D982-4360-855C-7E3B4436CBF8}" dt="2025-06-23T12:49:10.593" v="179" actId="478"/>
          <ac:picMkLst>
            <pc:docMk/>
            <pc:sldMk cId="2757147693" sldId="395"/>
            <ac:picMk id="5" creationId="{8145FF46-EB33-1EE2-01B6-6A93E638A136}"/>
          </ac:picMkLst>
        </pc:picChg>
        <pc:picChg chg="add mod modCrop">
          <ac:chgData name="Shawn West" userId="bcaf3c6b-bfc1-40d2-81dc-c3fa941236d7" providerId="ADAL" clId="{457A2AAF-D982-4360-855C-7E3B4436CBF8}" dt="2025-06-23T12:49:59.735" v="200" actId="1076"/>
          <ac:picMkLst>
            <pc:docMk/>
            <pc:sldMk cId="2757147693" sldId="395"/>
            <ac:picMk id="6" creationId="{3C406A95-A08A-7261-DEAA-EA3ADED927A5}"/>
          </ac:picMkLst>
        </pc:picChg>
      </pc:sldChg>
      <pc:sldChg chg="addSp delSp modSp add mod">
        <pc:chgData name="Shawn West" userId="bcaf3c6b-bfc1-40d2-81dc-c3fa941236d7" providerId="ADAL" clId="{457A2AAF-D982-4360-855C-7E3B4436CBF8}" dt="2025-06-23T12:49:27.156" v="188" actId="20577"/>
        <pc:sldMkLst>
          <pc:docMk/>
          <pc:sldMk cId="1729197059" sldId="396"/>
        </pc:sldMkLst>
        <pc:spChg chg="mod">
          <ac:chgData name="Shawn West" userId="bcaf3c6b-bfc1-40d2-81dc-c3fa941236d7" providerId="ADAL" clId="{457A2AAF-D982-4360-855C-7E3B4436CBF8}" dt="2025-06-23T12:49:27.156" v="188" actId="20577"/>
          <ac:spMkLst>
            <pc:docMk/>
            <pc:sldMk cId="1729197059" sldId="396"/>
            <ac:spMk id="2" creationId="{B2DA873D-8DEA-D4FF-DA13-E66FADE3951D}"/>
          </ac:spMkLst>
        </pc:spChg>
        <pc:picChg chg="add">
          <ac:chgData name="Shawn West" userId="bcaf3c6b-bfc1-40d2-81dc-c3fa941236d7" providerId="ADAL" clId="{457A2AAF-D982-4360-855C-7E3B4436CBF8}" dt="2025-06-23T12:49:05.052" v="176" actId="22"/>
          <ac:picMkLst>
            <pc:docMk/>
            <pc:sldMk cId="1729197059" sldId="396"/>
            <ac:picMk id="4" creationId="{CE6790DD-FB64-02DC-53F4-3F5875E435CB}"/>
          </ac:picMkLst>
        </pc:picChg>
        <pc:picChg chg="del">
          <ac:chgData name="Shawn West" userId="bcaf3c6b-bfc1-40d2-81dc-c3fa941236d7" providerId="ADAL" clId="{457A2AAF-D982-4360-855C-7E3B4436CBF8}" dt="2025-06-23T12:48:29.281" v="174" actId="478"/>
          <ac:picMkLst>
            <pc:docMk/>
            <pc:sldMk cId="1729197059" sldId="396"/>
            <ac:picMk id="5" creationId="{B1EA318F-EF16-301F-CEBF-AA8922C24749}"/>
          </ac:picMkLst>
        </pc:picChg>
      </pc:sldChg>
      <pc:sldChg chg="add del">
        <pc:chgData name="Shawn West" userId="bcaf3c6b-bfc1-40d2-81dc-c3fa941236d7" providerId="ADAL" clId="{457A2AAF-D982-4360-855C-7E3B4436CBF8}" dt="2025-06-23T12:47:24.509" v="160" actId="47"/>
        <pc:sldMkLst>
          <pc:docMk/>
          <pc:sldMk cId="2121165825" sldId="396"/>
        </pc:sldMkLst>
      </pc:sldChg>
      <pc:sldChg chg="modSp add mod">
        <pc:chgData name="Shawn West" userId="bcaf3c6b-bfc1-40d2-81dc-c3fa941236d7" providerId="ADAL" clId="{457A2AAF-D982-4360-855C-7E3B4436CBF8}" dt="2025-06-23T12:49:33.932" v="196" actId="20577"/>
        <pc:sldMkLst>
          <pc:docMk/>
          <pc:sldMk cId="1904396250" sldId="397"/>
        </pc:sldMkLst>
        <pc:spChg chg="mod">
          <ac:chgData name="Shawn West" userId="bcaf3c6b-bfc1-40d2-81dc-c3fa941236d7" providerId="ADAL" clId="{457A2AAF-D982-4360-855C-7E3B4436CBF8}" dt="2025-06-23T12:49:33.932" v="196" actId="20577"/>
          <ac:spMkLst>
            <pc:docMk/>
            <pc:sldMk cId="1904396250" sldId="397"/>
            <ac:spMk id="2" creationId="{8937A722-DB18-7F9F-C42E-208EB54492CA}"/>
          </ac:spMkLst>
        </pc:spChg>
      </pc:sldChg>
      <pc:sldMasterChg chg="modSp modSldLayout">
        <pc:chgData name="Shawn West" userId="bcaf3c6b-bfc1-40d2-81dc-c3fa941236d7" providerId="ADAL" clId="{457A2AAF-D982-4360-855C-7E3B4436CBF8}" dt="2025-06-23T12:20:28.324" v="46"/>
        <pc:sldMasterMkLst>
          <pc:docMk/>
          <pc:sldMasterMk cId="3858109102" sldId="2147483660"/>
        </pc:sldMasterMkLst>
        <pc:spChg chg="mod">
          <ac:chgData name="Shawn West" userId="bcaf3c6b-bfc1-40d2-81dc-c3fa941236d7" providerId="ADAL" clId="{457A2AAF-D982-4360-855C-7E3B4436CBF8}" dt="2025-06-23T12:20:28.324" v="46"/>
          <ac:spMkLst>
            <pc:docMk/>
            <pc:sldMasterMk cId="3858109102" sldId="2147483660"/>
            <ac:spMk id="2" creationId="{00000000-0000-0000-0000-000000000000}"/>
          </ac:spMkLst>
        </pc:spChg>
        <pc:spChg chg="mod">
          <ac:chgData name="Shawn West" userId="bcaf3c6b-bfc1-40d2-81dc-c3fa941236d7" providerId="ADAL" clId="{457A2AAF-D982-4360-855C-7E3B4436CBF8}" dt="2025-06-23T12:20:28.324" v="46"/>
          <ac:spMkLst>
            <pc:docMk/>
            <pc:sldMasterMk cId="3858109102" sldId="2147483660"/>
            <ac:spMk id="3" creationId="{00000000-0000-0000-0000-000000000000}"/>
          </ac:spMkLst>
        </pc:spChg>
        <pc:spChg chg="mod">
          <ac:chgData name="Shawn West" userId="bcaf3c6b-bfc1-40d2-81dc-c3fa941236d7" providerId="ADAL" clId="{457A2AAF-D982-4360-855C-7E3B4436CBF8}" dt="2025-06-23T12:20:28.324" v="46"/>
          <ac:spMkLst>
            <pc:docMk/>
            <pc:sldMasterMk cId="3858109102" sldId="2147483660"/>
            <ac:spMk id="4" creationId="{00000000-0000-0000-0000-000000000000}"/>
          </ac:spMkLst>
        </pc:spChg>
        <pc:spChg chg="mod">
          <ac:chgData name="Shawn West" userId="bcaf3c6b-bfc1-40d2-81dc-c3fa941236d7" providerId="ADAL" clId="{457A2AAF-D982-4360-855C-7E3B4436CBF8}" dt="2025-06-23T12:20:28.324" v="46"/>
          <ac:spMkLst>
            <pc:docMk/>
            <pc:sldMasterMk cId="3858109102" sldId="2147483660"/>
            <ac:spMk id="5" creationId="{00000000-0000-0000-0000-000000000000}"/>
          </ac:spMkLst>
        </pc:spChg>
        <pc:spChg chg="mod">
          <ac:chgData name="Shawn West" userId="bcaf3c6b-bfc1-40d2-81dc-c3fa941236d7" providerId="ADAL" clId="{457A2AAF-D982-4360-855C-7E3B4436CBF8}" dt="2025-06-23T12:20:28.324" v="46"/>
          <ac:spMkLst>
            <pc:docMk/>
            <pc:sldMasterMk cId="3858109102" sldId="2147483660"/>
            <ac:spMk id="6" creationId="{00000000-0000-0000-0000-000000000000}"/>
          </ac:spMkLst>
        </pc:spChg>
        <pc:sldLayoutChg chg="modSp">
          <pc:chgData name="Shawn West" userId="bcaf3c6b-bfc1-40d2-81dc-c3fa941236d7" providerId="ADAL" clId="{457A2AAF-D982-4360-855C-7E3B4436CBF8}" dt="2025-06-23T12:20:28.324" v="46"/>
          <pc:sldLayoutMkLst>
            <pc:docMk/>
            <pc:sldMasterMk cId="3858109102" sldId="2147483660"/>
            <pc:sldLayoutMk cId="352169044" sldId="2147483661"/>
          </pc:sldLayoutMkLst>
          <pc:spChg chg="mod">
            <ac:chgData name="Shawn West" userId="bcaf3c6b-bfc1-40d2-81dc-c3fa941236d7" providerId="ADAL" clId="{457A2AAF-D982-4360-855C-7E3B4436CBF8}" dt="2025-06-23T12:20:28.324" v="46"/>
            <ac:spMkLst>
              <pc:docMk/>
              <pc:sldMasterMk cId="3858109102" sldId="2147483660"/>
              <pc:sldLayoutMk cId="352169044" sldId="2147483661"/>
              <ac:spMk id="2" creationId="{00000000-0000-0000-0000-000000000000}"/>
            </ac:spMkLst>
          </pc:spChg>
          <pc:spChg chg="mod">
            <ac:chgData name="Shawn West" userId="bcaf3c6b-bfc1-40d2-81dc-c3fa941236d7" providerId="ADAL" clId="{457A2AAF-D982-4360-855C-7E3B4436CBF8}" dt="2025-06-23T12:20:28.324" v="46"/>
            <ac:spMkLst>
              <pc:docMk/>
              <pc:sldMasterMk cId="3858109102" sldId="2147483660"/>
              <pc:sldLayoutMk cId="352169044" sldId="2147483661"/>
              <ac:spMk id="3" creationId="{00000000-0000-0000-0000-000000000000}"/>
            </ac:spMkLst>
          </pc:spChg>
        </pc:sldLayoutChg>
        <pc:sldLayoutChg chg="modSp">
          <pc:chgData name="Shawn West" userId="bcaf3c6b-bfc1-40d2-81dc-c3fa941236d7" providerId="ADAL" clId="{457A2AAF-D982-4360-855C-7E3B4436CBF8}" dt="2025-06-23T12:20:28.324" v="46"/>
          <pc:sldLayoutMkLst>
            <pc:docMk/>
            <pc:sldMasterMk cId="3858109102" sldId="2147483660"/>
            <pc:sldLayoutMk cId="4000810584" sldId="2147483663"/>
          </pc:sldLayoutMkLst>
          <pc:spChg chg="mod">
            <ac:chgData name="Shawn West" userId="bcaf3c6b-bfc1-40d2-81dc-c3fa941236d7" providerId="ADAL" clId="{457A2AAF-D982-4360-855C-7E3B4436CBF8}" dt="2025-06-23T12:20:28.324" v="46"/>
            <ac:spMkLst>
              <pc:docMk/>
              <pc:sldMasterMk cId="3858109102" sldId="2147483660"/>
              <pc:sldLayoutMk cId="4000810584" sldId="2147483663"/>
              <ac:spMk id="2" creationId="{00000000-0000-0000-0000-000000000000}"/>
            </ac:spMkLst>
          </pc:spChg>
          <pc:spChg chg="mod">
            <ac:chgData name="Shawn West" userId="bcaf3c6b-bfc1-40d2-81dc-c3fa941236d7" providerId="ADAL" clId="{457A2AAF-D982-4360-855C-7E3B4436CBF8}" dt="2025-06-23T12:20:28.324" v="46"/>
            <ac:spMkLst>
              <pc:docMk/>
              <pc:sldMasterMk cId="3858109102" sldId="2147483660"/>
              <pc:sldLayoutMk cId="4000810584" sldId="2147483663"/>
              <ac:spMk id="3" creationId="{00000000-0000-0000-0000-000000000000}"/>
            </ac:spMkLst>
          </pc:spChg>
        </pc:sldLayoutChg>
        <pc:sldLayoutChg chg="modSp">
          <pc:chgData name="Shawn West" userId="bcaf3c6b-bfc1-40d2-81dc-c3fa941236d7" providerId="ADAL" clId="{457A2AAF-D982-4360-855C-7E3B4436CBF8}" dt="2025-06-23T12:20:28.324" v="46"/>
          <pc:sldLayoutMkLst>
            <pc:docMk/>
            <pc:sldMasterMk cId="3858109102" sldId="2147483660"/>
            <pc:sldLayoutMk cId="4163881189" sldId="2147483664"/>
          </pc:sldLayoutMkLst>
          <pc:spChg chg="mod">
            <ac:chgData name="Shawn West" userId="bcaf3c6b-bfc1-40d2-81dc-c3fa941236d7" providerId="ADAL" clId="{457A2AAF-D982-4360-855C-7E3B4436CBF8}" dt="2025-06-23T12:20:28.324" v="46"/>
            <ac:spMkLst>
              <pc:docMk/>
              <pc:sldMasterMk cId="3858109102" sldId="2147483660"/>
              <pc:sldLayoutMk cId="4163881189" sldId="2147483664"/>
              <ac:spMk id="3" creationId="{00000000-0000-0000-0000-000000000000}"/>
            </ac:spMkLst>
          </pc:spChg>
          <pc:spChg chg="mod">
            <ac:chgData name="Shawn West" userId="bcaf3c6b-bfc1-40d2-81dc-c3fa941236d7" providerId="ADAL" clId="{457A2AAF-D982-4360-855C-7E3B4436CBF8}" dt="2025-06-23T12:20:28.324" v="46"/>
            <ac:spMkLst>
              <pc:docMk/>
              <pc:sldMasterMk cId="3858109102" sldId="2147483660"/>
              <pc:sldLayoutMk cId="4163881189" sldId="2147483664"/>
              <ac:spMk id="4" creationId="{00000000-0000-0000-0000-000000000000}"/>
            </ac:spMkLst>
          </pc:spChg>
        </pc:sldLayoutChg>
        <pc:sldLayoutChg chg="modSp">
          <pc:chgData name="Shawn West" userId="bcaf3c6b-bfc1-40d2-81dc-c3fa941236d7" providerId="ADAL" clId="{457A2AAF-D982-4360-855C-7E3B4436CBF8}" dt="2025-06-23T12:20:28.324" v="46"/>
          <pc:sldLayoutMkLst>
            <pc:docMk/>
            <pc:sldMasterMk cId="3858109102" sldId="2147483660"/>
            <pc:sldLayoutMk cId="1780232032" sldId="2147483665"/>
          </pc:sldLayoutMkLst>
          <pc:spChg chg="mod">
            <ac:chgData name="Shawn West" userId="bcaf3c6b-bfc1-40d2-81dc-c3fa941236d7" providerId="ADAL" clId="{457A2AAF-D982-4360-855C-7E3B4436CBF8}" dt="2025-06-23T12:20:28.324" v="46"/>
            <ac:spMkLst>
              <pc:docMk/>
              <pc:sldMasterMk cId="3858109102" sldId="2147483660"/>
              <pc:sldLayoutMk cId="1780232032" sldId="2147483665"/>
              <ac:spMk id="2" creationId="{00000000-0000-0000-0000-000000000000}"/>
            </ac:spMkLst>
          </pc:spChg>
          <pc:spChg chg="mod">
            <ac:chgData name="Shawn West" userId="bcaf3c6b-bfc1-40d2-81dc-c3fa941236d7" providerId="ADAL" clId="{457A2AAF-D982-4360-855C-7E3B4436CBF8}" dt="2025-06-23T12:20:28.324" v="46"/>
            <ac:spMkLst>
              <pc:docMk/>
              <pc:sldMasterMk cId="3858109102" sldId="2147483660"/>
              <pc:sldLayoutMk cId="1780232032" sldId="2147483665"/>
              <ac:spMk id="3" creationId="{00000000-0000-0000-0000-000000000000}"/>
            </ac:spMkLst>
          </pc:spChg>
          <pc:spChg chg="mod">
            <ac:chgData name="Shawn West" userId="bcaf3c6b-bfc1-40d2-81dc-c3fa941236d7" providerId="ADAL" clId="{457A2AAF-D982-4360-855C-7E3B4436CBF8}" dt="2025-06-23T12:20:28.324" v="46"/>
            <ac:spMkLst>
              <pc:docMk/>
              <pc:sldMasterMk cId="3858109102" sldId="2147483660"/>
              <pc:sldLayoutMk cId="1780232032" sldId="2147483665"/>
              <ac:spMk id="4" creationId="{00000000-0000-0000-0000-000000000000}"/>
            </ac:spMkLst>
          </pc:spChg>
          <pc:spChg chg="mod">
            <ac:chgData name="Shawn West" userId="bcaf3c6b-bfc1-40d2-81dc-c3fa941236d7" providerId="ADAL" clId="{457A2AAF-D982-4360-855C-7E3B4436CBF8}" dt="2025-06-23T12:20:28.324" v="46"/>
            <ac:spMkLst>
              <pc:docMk/>
              <pc:sldMasterMk cId="3858109102" sldId="2147483660"/>
              <pc:sldLayoutMk cId="1780232032" sldId="2147483665"/>
              <ac:spMk id="5" creationId="{00000000-0000-0000-0000-000000000000}"/>
            </ac:spMkLst>
          </pc:spChg>
          <pc:spChg chg="mod">
            <ac:chgData name="Shawn West" userId="bcaf3c6b-bfc1-40d2-81dc-c3fa941236d7" providerId="ADAL" clId="{457A2AAF-D982-4360-855C-7E3B4436CBF8}" dt="2025-06-23T12:20:28.324" v="46"/>
            <ac:spMkLst>
              <pc:docMk/>
              <pc:sldMasterMk cId="3858109102" sldId="2147483660"/>
              <pc:sldLayoutMk cId="1780232032" sldId="2147483665"/>
              <ac:spMk id="6" creationId="{00000000-0000-0000-0000-000000000000}"/>
            </ac:spMkLst>
          </pc:spChg>
        </pc:sldLayoutChg>
        <pc:sldLayoutChg chg="modSp">
          <pc:chgData name="Shawn West" userId="bcaf3c6b-bfc1-40d2-81dc-c3fa941236d7" providerId="ADAL" clId="{457A2AAF-D982-4360-855C-7E3B4436CBF8}" dt="2025-06-23T12:20:28.324" v="46"/>
          <pc:sldLayoutMkLst>
            <pc:docMk/>
            <pc:sldMasterMk cId="3858109102" sldId="2147483660"/>
            <pc:sldLayoutMk cId="1722184683" sldId="2147483668"/>
          </pc:sldLayoutMkLst>
          <pc:spChg chg="mod">
            <ac:chgData name="Shawn West" userId="bcaf3c6b-bfc1-40d2-81dc-c3fa941236d7" providerId="ADAL" clId="{457A2AAF-D982-4360-855C-7E3B4436CBF8}" dt="2025-06-23T12:20:28.324" v="46"/>
            <ac:spMkLst>
              <pc:docMk/>
              <pc:sldMasterMk cId="3858109102" sldId="2147483660"/>
              <pc:sldLayoutMk cId="1722184683" sldId="2147483668"/>
              <ac:spMk id="2" creationId="{00000000-0000-0000-0000-000000000000}"/>
            </ac:spMkLst>
          </pc:spChg>
          <pc:spChg chg="mod">
            <ac:chgData name="Shawn West" userId="bcaf3c6b-bfc1-40d2-81dc-c3fa941236d7" providerId="ADAL" clId="{457A2AAF-D982-4360-855C-7E3B4436CBF8}" dt="2025-06-23T12:20:28.324" v="46"/>
            <ac:spMkLst>
              <pc:docMk/>
              <pc:sldMasterMk cId="3858109102" sldId="2147483660"/>
              <pc:sldLayoutMk cId="1722184683" sldId="2147483668"/>
              <ac:spMk id="3" creationId="{00000000-0000-0000-0000-000000000000}"/>
            </ac:spMkLst>
          </pc:spChg>
          <pc:spChg chg="mod">
            <ac:chgData name="Shawn West" userId="bcaf3c6b-bfc1-40d2-81dc-c3fa941236d7" providerId="ADAL" clId="{457A2AAF-D982-4360-855C-7E3B4436CBF8}" dt="2025-06-23T12:20:28.324" v="46"/>
            <ac:spMkLst>
              <pc:docMk/>
              <pc:sldMasterMk cId="3858109102" sldId="2147483660"/>
              <pc:sldLayoutMk cId="1722184683" sldId="2147483668"/>
              <ac:spMk id="4" creationId="{00000000-0000-0000-0000-000000000000}"/>
            </ac:spMkLst>
          </pc:spChg>
        </pc:sldLayoutChg>
        <pc:sldLayoutChg chg="modSp">
          <pc:chgData name="Shawn West" userId="bcaf3c6b-bfc1-40d2-81dc-c3fa941236d7" providerId="ADAL" clId="{457A2AAF-D982-4360-855C-7E3B4436CBF8}" dt="2025-06-23T12:20:28.324" v="46"/>
          <pc:sldLayoutMkLst>
            <pc:docMk/>
            <pc:sldMasterMk cId="3858109102" sldId="2147483660"/>
            <pc:sldLayoutMk cId="4279739134" sldId="2147483669"/>
          </pc:sldLayoutMkLst>
          <pc:spChg chg="mod">
            <ac:chgData name="Shawn West" userId="bcaf3c6b-bfc1-40d2-81dc-c3fa941236d7" providerId="ADAL" clId="{457A2AAF-D982-4360-855C-7E3B4436CBF8}" dt="2025-06-23T12:20:28.324" v="46"/>
            <ac:spMkLst>
              <pc:docMk/>
              <pc:sldMasterMk cId="3858109102" sldId="2147483660"/>
              <pc:sldLayoutMk cId="4279739134" sldId="2147483669"/>
              <ac:spMk id="2" creationId="{00000000-0000-0000-0000-000000000000}"/>
            </ac:spMkLst>
          </pc:spChg>
          <pc:spChg chg="mod">
            <ac:chgData name="Shawn West" userId="bcaf3c6b-bfc1-40d2-81dc-c3fa941236d7" providerId="ADAL" clId="{457A2AAF-D982-4360-855C-7E3B4436CBF8}" dt="2025-06-23T12:20:28.324" v="46"/>
            <ac:spMkLst>
              <pc:docMk/>
              <pc:sldMasterMk cId="3858109102" sldId="2147483660"/>
              <pc:sldLayoutMk cId="4279739134" sldId="2147483669"/>
              <ac:spMk id="3" creationId="{00000000-0000-0000-0000-000000000000}"/>
            </ac:spMkLst>
          </pc:spChg>
          <pc:spChg chg="mod">
            <ac:chgData name="Shawn West" userId="bcaf3c6b-bfc1-40d2-81dc-c3fa941236d7" providerId="ADAL" clId="{457A2AAF-D982-4360-855C-7E3B4436CBF8}" dt="2025-06-23T12:20:28.324" v="46"/>
            <ac:spMkLst>
              <pc:docMk/>
              <pc:sldMasterMk cId="3858109102" sldId="2147483660"/>
              <pc:sldLayoutMk cId="4279739134" sldId="2147483669"/>
              <ac:spMk id="4" creationId="{00000000-0000-0000-0000-000000000000}"/>
            </ac:spMkLst>
          </pc:spChg>
        </pc:sldLayoutChg>
        <pc:sldLayoutChg chg="modSp">
          <pc:chgData name="Shawn West" userId="bcaf3c6b-bfc1-40d2-81dc-c3fa941236d7" providerId="ADAL" clId="{457A2AAF-D982-4360-855C-7E3B4436CBF8}" dt="2025-06-23T12:20:28.324" v="46"/>
          <pc:sldLayoutMkLst>
            <pc:docMk/>
            <pc:sldMasterMk cId="3858109102" sldId="2147483660"/>
            <pc:sldLayoutMk cId="3954682030" sldId="2147483671"/>
          </pc:sldLayoutMkLst>
          <pc:spChg chg="mod">
            <ac:chgData name="Shawn West" userId="bcaf3c6b-bfc1-40d2-81dc-c3fa941236d7" providerId="ADAL" clId="{457A2AAF-D982-4360-855C-7E3B4436CBF8}" dt="2025-06-23T12:20:28.324" v="46"/>
            <ac:spMkLst>
              <pc:docMk/>
              <pc:sldMasterMk cId="3858109102" sldId="2147483660"/>
              <pc:sldLayoutMk cId="3954682030" sldId="2147483671"/>
              <ac:spMk id="2" creationId="{00000000-0000-0000-0000-000000000000}"/>
            </ac:spMkLst>
          </pc:spChg>
          <pc:spChg chg="mod">
            <ac:chgData name="Shawn West" userId="bcaf3c6b-bfc1-40d2-81dc-c3fa941236d7" providerId="ADAL" clId="{457A2AAF-D982-4360-855C-7E3B4436CBF8}" dt="2025-06-23T12:20:28.324" v="46"/>
            <ac:spMkLst>
              <pc:docMk/>
              <pc:sldMasterMk cId="3858109102" sldId="2147483660"/>
              <pc:sldLayoutMk cId="3954682030" sldId="2147483671"/>
              <ac:spMk id="3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4F0F1E-62D1-4782-9484-72D31522B9D2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C6731F-86FE-48F3-8156-0AE4DC733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3797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09267" y="1995312"/>
            <a:ext cx="16255604" cy="4244622"/>
          </a:xfrm>
        </p:spPr>
        <p:txBody>
          <a:bodyPr anchor="b"/>
          <a:lstStyle>
            <a:lvl1pPr algn="ctr">
              <a:defRPr sz="1066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09267" y="6403623"/>
            <a:ext cx="16255604" cy="2943577"/>
          </a:xfrm>
        </p:spPr>
        <p:txBody>
          <a:bodyPr/>
          <a:lstStyle>
            <a:lvl1pPr marL="0" indent="0" algn="ctr">
              <a:buNone/>
              <a:defRPr sz="4266"/>
            </a:lvl1pPr>
            <a:lvl2pPr marL="812764" indent="0" algn="ctr">
              <a:buNone/>
              <a:defRPr sz="3555"/>
            </a:lvl2pPr>
            <a:lvl3pPr marL="1625529" indent="0" algn="ctr">
              <a:buNone/>
              <a:defRPr sz="3200"/>
            </a:lvl3pPr>
            <a:lvl4pPr marL="2438293" indent="0" algn="ctr">
              <a:buNone/>
              <a:defRPr sz="2844"/>
            </a:lvl4pPr>
            <a:lvl5pPr marL="3251058" indent="0" algn="ctr">
              <a:buNone/>
              <a:defRPr sz="2844"/>
            </a:lvl5pPr>
            <a:lvl6pPr marL="4063822" indent="0" algn="ctr">
              <a:buNone/>
              <a:defRPr sz="2844"/>
            </a:lvl6pPr>
            <a:lvl7pPr marL="4876587" indent="0" algn="ctr">
              <a:buNone/>
              <a:defRPr sz="2844"/>
            </a:lvl7pPr>
            <a:lvl8pPr marL="5689351" indent="0" algn="ctr">
              <a:buNone/>
              <a:defRPr sz="2844"/>
            </a:lvl8pPr>
            <a:lvl9pPr marL="6502116" indent="0" algn="ctr">
              <a:buNone/>
              <a:defRPr sz="284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59B92-F378-44C7-BE69-776CE0A30E25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A69A4-8C3C-4F03-9EEE-C3ECC13453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372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59B92-F378-44C7-BE69-776CE0A30E25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A69A4-8C3C-4F03-9EEE-C3ECC13453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510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8808" y="3039535"/>
            <a:ext cx="18693944" cy="5071532"/>
          </a:xfrm>
        </p:spPr>
        <p:txBody>
          <a:bodyPr anchor="b"/>
          <a:lstStyle>
            <a:lvl1pPr>
              <a:defRPr sz="1066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8808" y="8159046"/>
            <a:ext cx="18693944" cy="2666999"/>
          </a:xfrm>
        </p:spPr>
        <p:txBody>
          <a:bodyPr/>
          <a:lstStyle>
            <a:lvl1pPr marL="0" indent="0">
              <a:buNone/>
              <a:defRPr sz="4266">
                <a:solidFill>
                  <a:schemeClr val="tx1">
                    <a:tint val="82000"/>
                  </a:schemeClr>
                </a:solidFill>
              </a:defRPr>
            </a:lvl1pPr>
            <a:lvl2pPr marL="812764" indent="0">
              <a:buNone/>
              <a:defRPr sz="3555">
                <a:solidFill>
                  <a:schemeClr val="tx1">
                    <a:tint val="82000"/>
                  </a:schemeClr>
                </a:solidFill>
              </a:defRPr>
            </a:lvl2pPr>
            <a:lvl3pPr marL="1625529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3pPr>
            <a:lvl4pPr marL="2438293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4pPr>
            <a:lvl5pPr marL="3251058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5pPr>
            <a:lvl6pPr marL="4063822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6pPr>
            <a:lvl7pPr marL="4876587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7pPr>
            <a:lvl8pPr marL="5689351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8pPr>
            <a:lvl9pPr marL="6502116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59B92-F378-44C7-BE69-776CE0A30E25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A69A4-8C3C-4F03-9EEE-C3ECC13453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873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90097" y="3245556"/>
            <a:ext cx="9211509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532" y="3245556"/>
            <a:ext cx="9211509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59B92-F378-44C7-BE69-776CE0A30E25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A69A4-8C3C-4F03-9EEE-C3ECC13453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775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2920" y="649112"/>
            <a:ext cx="18693944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92921" y="2988734"/>
            <a:ext cx="9169175" cy="1464732"/>
          </a:xfrm>
        </p:spPr>
        <p:txBody>
          <a:bodyPr anchor="b"/>
          <a:lstStyle>
            <a:lvl1pPr marL="0" indent="0">
              <a:buNone/>
              <a:defRPr sz="4266" b="1"/>
            </a:lvl1pPr>
            <a:lvl2pPr marL="812764" indent="0">
              <a:buNone/>
              <a:defRPr sz="3555" b="1"/>
            </a:lvl2pPr>
            <a:lvl3pPr marL="1625529" indent="0">
              <a:buNone/>
              <a:defRPr sz="3200" b="1"/>
            </a:lvl3pPr>
            <a:lvl4pPr marL="2438293" indent="0">
              <a:buNone/>
              <a:defRPr sz="2844" b="1"/>
            </a:lvl4pPr>
            <a:lvl5pPr marL="3251058" indent="0">
              <a:buNone/>
              <a:defRPr sz="2844" b="1"/>
            </a:lvl5pPr>
            <a:lvl6pPr marL="4063822" indent="0">
              <a:buNone/>
              <a:defRPr sz="2844" b="1"/>
            </a:lvl6pPr>
            <a:lvl7pPr marL="4876587" indent="0">
              <a:buNone/>
              <a:defRPr sz="2844" b="1"/>
            </a:lvl7pPr>
            <a:lvl8pPr marL="5689351" indent="0">
              <a:buNone/>
              <a:defRPr sz="2844" b="1"/>
            </a:lvl8pPr>
            <a:lvl9pPr marL="6502116" indent="0">
              <a:buNone/>
              <a:defRPr sz="28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92921" y="4453467"/>
            <a:ext cx="916917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972532" y="2988734"/>
            <a:ext cx="9214332" cy="1464732"/>
          </a:xfrm>
        </p:spPr>
        <p:txBody>
          <a:bodyPr anchor="b"/>
          <a:lstStyle>
            <a:lvl1pPr marL="0" indent="0">
              <a:buNone/>
              <a:defRPr sz="4266" b="1"/>
            </a:lvl1pPr>
            <a:lvl2pPr marL="812764" indent="0">
              <a:buNone/>
              <a:defRPr sz="3555" b="1"/>
            </a:lvl2pPr>
            <a:lvl3pPr marL="1625529" indent="0">
              <a:buNone/>
              <a:defRPr sz="3200" b="1"/>
            </a:lvl3pPr>
            <a:lvl4pPr marL="2438293" indent="0">
              <a:buNone/>
              <a:defRPr sz="2844" b="1"/>
            </a:lvl4pPr>
            <a:lvl5pPr marL="3251058" indent="0">
              <a:buNone/>
              <a:defRPr sz="2844" b="1"/>
            </a:lvl5pPr>
            <a:lvl6pPr marL="4063822" indent="0">
              <a:buNone/>
              <a:defRPr sz="2844" b="1"/>
            </a:lvl6pPr>
            <a:lvl7pPr marL="4876587" indent="0">
              <a:buNone/>
              <a:defRPr sz="2844" b="1"/>
            </a:lvl7pPr>
            <a:lvl8pPr marL="5689351" indent="0">
              <a:buNone/>
              <a:defRPr sz="2844" b="1"/>
            </a:lvl8pPr>
            <a:lvl9pPr marL="6502116" indent="0">
              <a:buNone/>
              <a:defRPr sz="28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972532" y="4453467"/>
            <a:ext cx="9214332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59B92-F378-44C7-BE69-776CE0A30E25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A69A4-8C3C-4F03-9EEE-C3ECC13453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723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59B92-F378-44C7-BE69-776CE0A30E25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A69A4-8C3C-4F03-9EEE-C3ECC13453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002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59B92-F378-44C7-BE69-776CE0A30E25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A69A4-8C3C-4F03-9EEE-C3ECC13453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738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2921" y="812800"/>
            <a:ext cx="6990473" cy="2844800"/>
          </a:xfrm>
        </p:spPr>
        <p:txBody>
          <a:bodyPr anchor="b"/>
          <a:lstStyle>
            <a:lvl1pPr>
              <a:defRPr sz="568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14332" y="1755423"/>
            <a:ext cx="10972532" cy="8664222"/>
          </a:xfrm>
        </p:spPr>
        <p:txBody>
          <a:bodyPr/>
          <a:lstStyle>
            <a:lvl1pPr>
              <a:defRPr sz="5689"/>
            </a:lvl1pPr>
            <a:lvl2pPr>
              <a:defRPr sz="4978"/>
            </a:lvl2pPr>
            <a:lvl3pPr>
              <a:defRPr sz="4266"/>
            </a:lvl3pPr>
            <a:lvl4pPr>
              <a:defRPr sz="3555"/>
            </a:lvl4pPr>
            <a:lvl5pPr>
              <a:defRPr sz="3555"/>
            </a:lvl5pPr>
            <a:lvl6pPr>
              <a:defRPr sz="3555"/>
            </a:lvl6pPr>
            <a:lvl7pPr>
              <a:defRPr sz="3555"/>
            </a:lvl7pPr>
            <a:lvl8pPr>
              <a:defRPr sz="3555"/>
            </a:lvl8pPr>
            <a:lvl9pPr>
              <a:defRPr sz="355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92921" y="3657600"/>
            <a:ext cx="6990473" cy="6776156"/>
          </a:xfrm>
        </p:spPr>
        <p:txBody>
          <a:bodyPr/>
          <a:lstStyle>
            <a:lvl1pPr marL="0" indent="0">
              <a:buNone/>
              <a:defRPr sz="2844"/>
            </a:lvl1pPr>
            <a:lvl2pPr marL="812764" indent="0">
              <a:buNone/>
              <a:defRPr sz="2489"/>
            </a:lvl2pPr>
            <a:lvl3pPr marL="1625529" indent="0">
              <a:buNone/>
              <a:defRPr sz="2133"/>
            </a:lvl3pPr>
            <a:lvl4pPr marL="2438293" indent="0">
              <a:buNone/>
              <a:defRPr sz="1778"/>
            </a:lvl4pPr>
            <a:lvl5pPr marL="3251058" indent="0">
              <a:buNone/>
              <a:defRPr sz="1778"/>
            </a:lvl5pPr>
            <a:lvl6pPr marL="4063822" indent="0">
              <a:buNone/>
              <a:defRPr sz="1778"/>
            </a:lvl6pPr>
            <a:lvl7pPr marL="4876587" indent="0">
              <a:buNone/>
              <a:defRPr sz="1778"/>
            </a:lvl7pPr>
            <a:lvl8pPr marL="5689351" indent="0">
              <a:buNone/>
              <a:defRPr sz="1778"/>
            </a:lvl8pPr>
            <a:lvl9pPr marL="6502116" indent="0">
              <a:buNone/>
              <a:defRPr sz="177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59B92-F378-44C7-BE69-776CE0A30E25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A69A4-8C3C-4F03-9EEE-C3ECC13453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861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2921" y="812800"/>
            <a:ext cx="6990473" cy="2844800"/>
          </a:xfrm>
        </p:spPr>
        <p:txBody>
          <a:bodyPr anchor="b"/>
          <a:lstStyle>
            <a:lvl1pPr>
              <a:defRPr sz="568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214332" y="1755423"/>
            <a:ext cx="10972532" cy="8664222"/>
          </a:xfrm>
        </p:spPr>
        <p:txBody>
          <a:bodyPr anchor="t"/>
          <a:lstStyle>
            <a:lvl1pPr marL="0" indent="0">
              <a:buNone/>
              <a:defRPr sz="5689"/>
            </a:lvl1pPr>
            <a:lvl2pPr marL="812764" indent="0">
              <a:buNone/>
              <a:defRPr sz="4978"/>
            </a:lvl2pPr>
            <a:lvl3pPr marL="1625529" indent="0">
              <a:buNone/>
              <a:defRPr sz="4266"/>
            </a:lvl3pPr>
            <a:lvl4pPr marL="2438293" indent="0">
              <a:buNone/>
              <a:defRPr sz="3555"/>
            </a:lvl4pPr>
            <a:lvl5pPr marL="3251058" indent="0">
              <a:buNone/>
              <a:defRPr sz="3555"/>
            </a:lvl5pPr>
            <a:lvl6pPr marL="4063822" indent="0">
              <a:buNone/>
              <a:defRPr sz="3555"/>
            </a:lvl6pPr>
            <a:lvl7pPr marL="4876587" indent="0">
              <a:buNone/>
              <a:defRPr sz="3555"/>
            </a:lvl7pPr>
            <a:lvl8pPr marL="5689351" indent="0">
              <a:buNone/>
              <a:defRPr sz="3555"/>
            </a:lvl8pPr>
            <a:lvl9pPr marL="6502116" indent="0">
              <a:buNone/>
              <a:defRPr sz="355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92921" y="3657600"/>
            <a:ext cx="6990473" cy="6776156"/>
          </a:xfrm>
        </p:spPr>
        <p:txBody>
          <a:bodyPr/>
          <a:lstStyle>
            <a:lvl1pPr marL="0" indent="0">
              <a:buNone/>
              <a:defRPr sz="2844"/>
            </a:lvl1pPr>
            <a:lvl2pPr marL="812764" indent="0">
              <a:buNone/>
              <a:defRPr sz="2489"/>
            </a:lvl2pPr>
            <a:lvl3pPr marL="1625529" indent="0">
              <a:buNone/>
              <a:defRPr sz="2133"/>
            </a:lvl3pPr>
            <a:lvl4pPr marL="2438293" indent="0">
              <a:buNone/>
              <a:defRPr sz="1778"/>
            </a:lvl4pPr>
            <a:lvl5pPr marL="3251058" indent="0">
              <a:buNone/>
              <a:defRPr sz="1778"/>
            </a:lvl5pPr>
            <a:lvl6pPr marL="4063822" indent="0">
              <a:buNone/>
              <a:defRPr sz="1778"/>
            </a:lvl6pPr>
            <a:lvl7pPr marL="4876587" indent="0">
              <a:buNone/>
              <a:defRPr sz="1778"/>
            </a:lvl7pPr>
            <a:lvl8pPr marL="5689351" indent="0">
              <a:buNone/>
              <a:defRPr sz="1778"/>
            </a:lvl8pPr>
            <a:lvl9pPr marL="6502116" indent="0">
              <a:buNone/>
              <a:defRPr sz="177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59B92-F378-44C7-BE69-776CE0A30E25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A69A4-8C3C-4F03-9EEE-C3ECC13453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567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59B92-F378-44C7-BE69-776CE0A30E25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A69A4-8C3C-4F03-9EEE-C3ECC13453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123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510555" y="649111"/>
            <a:ext cx="467348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90097" y="649111"/>
            <a:ext cx="13749531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59B92-F378-44C7-BE69-776CE0A30E25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A69A4-8C3C-4F03-9EEE-C3ECC13453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112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90097" y="649112"/>
            <a:ext cx="18693944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90097" y="3245556"/>
            <a:ext cx="18693944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90097" y="11300179"/>
            <a:ext cx="4876681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13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359B92-F378-44C7-BE69-776CE0A30E25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79558" y="11300179"/>
            <a:ext cx="7315022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13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307360" y="11300179"/>
            <a:ext cx="4876681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3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DA69A4-8C3C-4F03-9EEE-C3ECC13453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93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625529" rtl="0" eaLnBrk="1" latinLnBrk="0" hangingPunct="1">
        <a:lnSpc>
          <a:spcPct val="90000"/>
        </a:lnSpc>
        <a:spcBef>
          <a:spcPct val="0"/>
        </a:spcBef>
        <a:buNone/>
        <a:defRPr sz="782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06382" indent="-406382" algn="l" defTabSz="1625529" rtl="0" eaLnBrk="1" latinLnBrk="0" hangingPunct="1">
        <a:lnSpc>
          <a:spcPct val="90000"/>
        </a:lnSpc>
        <a:spcBef>
          <a:spcPts val="1778"/>
        </a:spcBef>
        <a:buFont typeface="Arial" panose="020B0604020202020204" pitchFamily="34" charset="0"/>
        <a:buChar char="•"/>
        <a:defRPr sz="4978" kern="1200">
          <a:solidFill>
            <a:schemeClr val="tx1"/>
          </a:solidFill>
          <a:latin typeface="+mn-lt"/>
          <a:ea typeface="+mn-ea"/>
          <a:cs typeface="+mn-cs"/>
        </a:defRPr>
      </a:lvl1pPr>
      <a:lvl2pPr marL="1219147" indent="-406382" algn="l" defTabSz="1625529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4266" kern="1200">
          <a:solidFill>
            <a:schemeClr val="tx1"/>
          </a:solidFill>
          <a:latin typeface="+mn-lt"/>
          <a:ea typeface="+mn-ea"/>
          <a:cs typeface="+mn-cs"/>
        </a:defRPr>
      </a:lvl2pPr>
      <a:lvl3pPr marL="2031911" indent="-406382" algn="l" defTabSz="1625529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555" kern="1200">
          <a:solidFill>
            <a:schemeClr val="tx1"/>
          </a:solidFill>
          <a:latin typeface="+mn-lt"/>
          <a:ea typeface="+mn-ea"/>
          <a:cs typeface="+mn-cs"/>
        </a:defRPr>
      </a:lvl3pPr>
      <a:lvl4pPr marL="2844676" indent="-406382" algn="l" defTabSz="1625529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440" indent="-406382" algn="l" defTabSz="1625529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4470204" indent="-406382" algn="l" defTabSz="1625529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5282969" indent="-406382" algn="l" defTabSz="1625529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6095733" indent="-406382" algn="l" defTabSz="1625529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908498" indent="-406382" algn="l" defTabSz="1625529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625529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812764" algn="l" defTabSz="1625529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625529" algn="l" defTabSz="1625529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438293" algn="l" defTabSz="1625529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3251058" algn="l" defTabSz="1625529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4063822" algn="l" defTabSz="1625529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4876587" algn="l" defTabSz="1625529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5689351" algn="l" defTabSz="1625529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502116" algn="l" defTabSz="1625529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E2FF1-2E96-0E87-D2A1-065A74CA1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A873D-8DEA-D4FF-DA13-E66FADE39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97223"/>
            <a:ext cx="3359020" cy="2154091"/>
          </a:xfrm>
        </p:spPr>
        <p:txBody>
          <a:bodyPr>
            <a:normAutofit/>
          </a:bodyPr>
          <a:lstStyle/>
          <a:p>
            <a:r>
              <a:rPr lang="en-US" sz="4800" dirty="0"/>
              <a:t>Web View (Public)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6790DD-FB64-02DC-53F4-3F5875E435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4355" y="-9115"/>
            <a:ext cx="8213751" cy="12192000"/>
          </a:xfrm>
          <a:prstGeom prst="rect">
            <a:avLst/>
          </a:prstGeom>
        </p:spPr>
      </p:pic>
      <p:sp>
        <p:nvSpPr>
          <p:cNvPr id="5" name="Callout: Bent Line 4">
            <a:extLst>
              <a:ext uri="{FF2B5EF4-FFF2-40B4-BE49-F238E27FC236}">
                <a16:creationId xmlns:a16="http://schemas.microsoft.com/office/drawing/2014/main" id="{5369786B-2A88-824B-4C57-E4BE1B42EDA6}"/>
              </a:ext>
            </a:extLst>
          </p:cNvPr>
          <p:cNvSpPr/>
          <p:nvPr/>
        </p:nvSpPr>
        <p:spPr>
          <a:xfrm>
            <a:off x="6618462" y="1977455"/>
            <a:ext cx="1584252" cy="1067053"/>
          </a:xfrm>
          <a:prstGeom prst="borderCallout2">
            <a:avLst>
              <a:gd name="adj1" fmla="val 20337"/>
              <a:gd name="adj2" fmla="val 119969"/>
              <a:gd name="adj3" fmla="val 23512"/>
              <a:gd name="adj4" fmla="val 128616"/>
              <a:gd name="adj5" fmla="val 41452"/>
              <a:gd name="adj6" fmla="val 158486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Why is this here? There could be thousands listed. It’s not listed in wires. They can search cert number by typing in search bar</a:t>
            </a:r>
          </a:p>
        </p:txBody>
      </p:sp>
      <p:sp>
        <p:nvSpPr>
          <p:cNvPr id="6" name="Callout: Bent Line 5">
            <a:extLst>
              <a:ext uri="{FF2B5EF4-FFF2-40B4-BE49-F238E27FC236}">
                <a16:creationId xmlns:a16="http://schemas.microsoft.com/office/drawing/2014/main" id="{4574B7C3-E774-AE19-F554-7C8CB9B62A20}"/>
              </a:ext>
            </a:extLst>
          </p:cNvPr>
          <p:cNvSpPr/>
          <p:nvPr/>
        </p:nvSpPr>
        <p:spPr>
          <a:xfrm>
            <a:off x="13896249" y="2005755"/>
            <a:ext cx="1584252" cy="1067053"/>
          </a:xfrm>
          <a:prstGeom prst="borderCallout2">
            <a:avLst>
              <a:gd name="adj1" fmla="val 33395"/>
              <a:gd name="adj2" fmla="val -12508"/>
              <a:gd name="adj3" fmla="val 43915"/>
              <a:gd name="adj4" fmla="val -20352"/>
              <a:gd name="adj5" fmla="val 64304"/>
              <a:gd name="adj6" fmla="val -60843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GLOBAL: I think this text can be the grey/black you are using. Just keep the bold. The green is hard to read</a:t>
            </a:r>
          </a:p>
        </p:txBody>
      </p:sp>
      <p:sp>
        <p:nvSpPr>
          <p:cNvPr id="7" name="Callout: Bent Line 6">
            <a:extLst>
              <a:ext uri="{FF2B5EF4-FFF2-40B4-BE49-F238E27FC236}">
                <a16:creationId xmlns:a16="http://schemas.microsoft.com/office/drawing/2014/main" id="{F5163640-1445-9D8F-4EB5-2CB78CBB7412}"/>
              </a:ext>
            </a:extLst>
          </p:cNvPr>
          <p:cNvSpPr/>
          <p:nvPr/>
        </p:nvSpPr>
        <p:spPr>
          <a:xfrm>
            <a:off x="15480501" y="3934704"/>
            <a:ext cx="1823430" cy="1212062"/>
          </a:xfrm>
          <a:prstGeom prst="borderCallout2">
            <a:avLst>
              <a:gd name="adj1" fmla="val 33395"/>
              <a:gd name="adj2" fmla="val -12508"/>
              <a:gd name="adj3" fmla="val 43915"/>
              <a:gd name="adj4" fmla="val -20352"/>
              <a:gd name="adj5" fmla="val 64304"/>
              <a:gd name="adj6" fmla="val -60843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GLOBAL: Just make sure all the font sizes are big enough. It may be the screenshots making it be so small. Should not have anything less than 12 point / 16 pixel in body area</a:t>
            </a:r>
          </a:p>
        </p:txBody>
      </p:sp>
      <p:sp>
        <p:nvSpPr>
          <p:cNvPr id="8" name="Callout: Bent Line 7">
            <a:extLst>
              <a:ext uri="{FF2B5EF4-FFF2-40B4-BE49-F238E27FC236}">
                <a16:creationId xmlns:a16="http://schemas.microsoft.com/office/drawing/2014/main" id="{90F79D8D-128D-921E-CA75-BCE7F35481FF}"/>
              </a:ext>
            </a:extLst>
          </p:cNvPr>
          <p:cNvSpPr/>
          <p:nvPr/>
        </p:nvSpPr>
        <p:spPr>
          <a:xfrm>
            <a:off x="15071318" y="264041"/>
            <a:ext cx="1823430" cy="1212062"/>
          </a:xfrm>
          <a:prstGeom prst="borderCallout2">
            <a:avLst>
              <a:gd name="adj1" fmla="val 33395"/>
              <a:gd name="adj2" fmla="val -12508"/>
              <a:gd name="adj3" fmla="val 43915"/>
              <a:gd name="adj4" fmla="val -20352"/>
              <a:gd name="adj5" fmla="val 104547"/>
              <a:gd name="adj6" fmla="val -284986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GLOBAL: Make sure you give more white padding around the exterior sides. The white box sometimes is very close to the grey area </a:t>
            </a:r>
          </a:p>
        </p:txBody>
      </p:sp>
      <p:sp>
        <p:nvSpPr>
          <p:cNvPr id="9" name="Callout: Bent Line 8">
            <a:extLst>
              <a:ext uri="{FF2B5EF4-FFF2-40B4-BE49-F238E27FC236}">
                <a16:creationId xmlns:a16="http://schemas.microsoft.com/office/drawing/2014/main" id="{680E1AAA-B8AB-FB5D-01A4-6D0F87BBF120}"/>
              </a:ext>
            </a:extLst>
          </p:cNvPr>
          <p:cNvSpPr/>
          <p:nvPr/>
        </p:nvSpPr>
        <p:spPr>
          <a:xfrm>
            <a:off x="6193636" y="3712037"/>
            <a:ext cx="1584252" cy="1067053"/>
          </a:xfrm>
          <a:prstGeom prst="borderCallout2">
            <a:avLst>
              <a:gd name="adj1" fmla="val 20337"/>
              <a:gd name="adj2" fmla="val 119969"/>
              <a:gd name="adj3" fmla="val 23512"/>
              <a:gd name="adj4" fmla="val 128616"/>
              <a:gd name="adj5" fmla="val 29690"/>
              <a:gd name="adj6" fmla="val 15056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Make sure on real site all the filter options are alphabetical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559AA30-296A-245C-2C70-8303DA8DD3BB}"/>
              </a:ext>
            </a:extLst>
          </p:cNvPr>
          <p:cNvCxnSpPr>
            <a:cxnSpLocks/>
          </p:cNvCxnSpPr>
          <p:nvPr/>
        </p:nvCxnSpPr>
        <p:spPr>
          <a:xfrm flipH="1">
            <a:off x="8110071" y="3382682"/>
            <a:ext cx="424329" cy="55202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allout: Bent Line 13">
            <a:extLst>
              <a:ext uri="{FF2B5EF4-FFF2-40B4-BE49-F238E27FC236}">
                <a16:creationId xmlns:a16="http://schemas.microsoft.com/office/drawing/2014/main" id="{292E7B96-B3CE-84BF-B079-44E596B18B78}"/>
              </a:ext>
            </a:extLst>
          </p:cNvPr>
          <p:cNvSpPr/>
          <p:nvPr/>
        </p:nvSpPr>
        <p:spPr>
          <a:xfrm>
            <a:off x="6779368" y="5388438"/>
            <a:ext cx="1231153" cy="707562"/>
          </a:xfrm>
          <a:prstGeom prst="borderCallout2">
            <a:avLst>
              <a:gd name="adj1" fmla="val 20337"/>
              <a:gd name="adj2" fmla="val 119969"/>
              <a:gd name="adj3" fmla="val 23512"/>
              <a:gd name="adj4" fmla="val 128616"/>
              <a:gd name="adj5" fmla="val 35291"/>
              <a:gd name="adj6" fmla="val 143019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List US first then list alphabetically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84D313F-3A96-9A99-41D1-29E2A99334DD}"/>
              </a:ext>
            </a:extLst>
          </p:cNvPr>
          <p:cNvCxnSpPr>
            <a:cxnSpLocks/>
          </p:cNvCxnSpPr>
          <p:nvPr/>
        </p:nvCxnSpPr>
        <p:spPr>
          <a:xfrm flipH="1" flipV="1">
            <a:off x="8110071" y="3934704"/>
            <a:ext cx="501329" cy="84438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allout: Bent Line 2">
            <a:extLst>
              <a:ext uri="{FF2B5EF4-FFF2-40B4-BE49-F238E27FC236}">
                <a16:creationId xmlns:a16="http://schemas.microsoft.com/office/drawing/2014/main" id="{9115BA2C-76B4-4E4E-49E6-54A6C6822B3D}"/>
              </a:ext>
            </a:extLst>
          </p:cNvPr>
          <p:cNvSpPr/>
          <p:nvPr/>
        </p:nvSpPr>
        <p:spPr>
          <a:xfrm>
            <a:off x="6716358" y="6228837"/>
            <a:ext cx="1348745" cy="1185309"/>
          </a:xfrm>
          <a:prstGeom prst="borderCallout2">
            <a:avLst>
              <a:gd name="adj1" fmla="val 20337"/>
              <a:gd name="adj2" fmla="val 119969"/>
              <a:gd name="adj3" fmla="val 23512"/>
              <a:gd name="adj4" fmla="val 128616"/>
              <a:gd name="adj5" fmla="val 11032"/>
              <a:gd name="adj6" fmla="val 148584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Missing Additional section (for external tags). As filter options right now you can add APR (Association of Plastic Recyclers), LEED</a:t>
            </a:r>
          </a:p>
        </p:txBody>
      </p:sp>
      <p:sp>
        <p:nvSpPr>
          <p:cNvPr id="10" name="Callout: Bent Line 9">
            <a:extLst>
              <a:ext uri="{FF2B5EF4-FFF2-40B4-BE49-F238E27FC236}">
                <a16:creationId xmlns:a16="http://schemas.microsoft.com/office/drawing/2014/main" id="{C28A7ECC-F7D3-6CEC-54B7-D316ABDA7B8B}"/>
              </a:ext>
            </a:extLst>
          </p:cNvPr>
          <p:cNvSpPr/>
          <p:nvPr/>
        </p:nvSpPr>
        <p:spPr>
          <a:xfrm>
            <a:off x="5636525" y="4901529"/>
            <a:ext cx="2195661" cy="437112"/>
          </a:xfrm>
          <a:prstGeom prst="borderCallout2">
            <a:avLst>
              <a:gd name="adj1" fmla="val 20337"/>
              <a:gd name="adj2" fmla="val 119969"/>
              <a:gd name="adj3" fmla="val 23512"/>
              <a:gd name="adj4" fmla="val 128616"/>
              <a:gd name="adj5" fmla="val 35291"/>
              <a:gd name="adj6" fmla="val 143019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Product Categories should be before Company as in wires. Also missing levels</a:t>
            </a:r>
          </a:p>
        </p:txBody>
      </p:sp>
      <p:sp>
        <p:nvSpPr>
          <p:cNvPr id="12" name="Callout: Bent Line 11">
            <a:extLst>
              <a:ext uri="{FF2B5EF4-FFF2-40B4-BE49-F238E27FC236}">
                <a16:creationId xmlns:a16="http://schemas.microsoft.com/office/drawing/2014/main" id="{BD21E069-6511-C346-983A-3D43EA4CAB66}"/>
              </a:ext>
            </a:extLst>
          </p:cNvPr>
          <p:cNvSpPr/>
          <p:nvPr/>
        </p:nvSpPr>
        <p:spPr>
          <a:xfrm>
            <a:off x="4957550" y="3072808"/>
            <a:ext cx="2548196" cy="639229"/>
          </a:xfrm>
          <a:prstGeom prst="borderCallout2">
            <a:avLst>
              <a:gd name="adj1" fmla="val 20337"/>
              <a:gd name="adj2" fmla="val 119969"/>
              <a:gd name="adj3" fmla="val 23512"/>
              <a:gd name="adj4" fmla="val 128616"/>
              <a:gd name="adj5" fmla="val 8542"/>
              <a:gd name="adj6" fmla="val 145102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Gave list in field requirements document, you are listing CSF twice, once all caps which is wrong. Make alphabetical. Will send updated list</a:t>
            </a:r>
          </a:p>
        </p:txBody>
      </p:sp>
      <p:sp>
        <p:nvSpPr>
          <p:cNvPr id="13" name="Callout: Bent Line 12">
            <a:extLst>
              <a:ext uri="{FF2B5EF4-FFF2-40B4-BE49-F238E27FC236}">
                <a16:creationId xmlns:a16="http://schemas.microsoft.com/office/drawing/2014/main" id="{7447C1F2-F7C7-20ED-AD50-65F44CE7CAE7}"/>
              </a:ext>
            </a:extLst>
          </p:cNvPr>
          <p:cNvSpPr/>
          <p:nvPr/>
        </p:nvSpPr>
        <p:spPr>
          <a:xfrm>
            <a:off x="13557330" y="4938187"/>
            <a:ext cx="1584252" cy="1157813"/>
          </a:xfrm>
          <a:prstGeom prst="borderCallout2">
            <a:avLst>
              <a:gd name="adj1" fmla="val 33395"/>
              <a:gd name="adj2" fmla="val -12508"/>
              <a:gd name="adj3" fmla="val 43915"/>
              <a:gd name="adj4" fmla="val -20352"/>
              <a:gd name="adj5" fmla="val 353"/>
              <a:gd name="adj6" fmla="val -61489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Global: This does not match the name we gave in the field requirements document. Should be </a:t>
            </a:r>
          </a:p>
          <a:p>
            <a:pPr algn="ctr"/>
            <a:r>
              <a:rPr lang="en-US" sz="1000" dirty="0"/>
              <a:t>Electronics, Computers &amp; Accessories</a:t>
            </a:r>
          </a:p>
          <a:p>
            <a:pPr algn="ctr"/>
            <a:r>
              <a:rPr lang="en-US" sz="600" dirty="0"/>
              <a:t>(we had “and” spelled out but if you need to abbreviate with ampersand we can)</a:t>
            </a:r>
          </a:p>
        </p:txBody>
      </p:sp>
      <p:sp>
        <p:nvSpPr>
          <p:cNvPr id="16" name="Callout: Bent Line 15">
            <a:extLst>
              <a:ext uri="{FF2B5EF4-FFF2-40B4-BE49-F238E27FC236}">
                <a16:creationId xmlns:a16="http://schemas.microsoft.com/office/drawing/2014/main" id="{294D6B73-AE45-EEE7-87D5-3C1A0A71F844}"/>
              </a:ext>
            </a:extLst>
          </p:cNvPr>
          <p:cNvSpPr/>
          <p:nvPr/>
        </p:nvSpPr>
        <p:spPr>
          <a:xfrm>
            <a:off x="13487066" y="6346181"/>
            <a:ext cx="1584252" cy="1157813"/>
          </a:xfrm>
          <a:prstGeom prst="borderCallout2">
            <a:avLst>
              <a:gd name="adj1" fmla="val 33395"/>
              <a:gd name="adj2" fmla="val -12508"/>
              <a:gd name="adj3" fmla="val 43915"/>
              <a:gd name="adj4" fmla="val -20352"/>
              <a:gd name="adj5" fmla="val 40431"/>
              <a:gd name="adj6" fmla="val -54813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This does not match the name we gave in the field requirements document</a:t>
            </a:r>
            <a:endParaRPr lang="en-US" sz="6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EEB9DCA-08A4-80C9-0987-9034136832A1}"/>
              </a:ext>
            </a:extLst>
          </p:cNvPr>
          <p:cNvCxnSpPr>
            <a:cxnSpLocks/>
          </p:cNvCxnSpPr>
          <p:nvPr/>
        </p:nvCxnSpPr>
        <p:spPr>
          <a:xfrm flipH="1">
            <a:off x="11443540" y="6854588"/>
            <a:ext cx="1729175" cy="2590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05BC2CA-D7B2-80CE-8144-A717117E7907}"/>
              </a:ext>
            </a:extLst>
          </p:cNvPr>
          <p:cNvCxnSpPr>
            <a:cxnSpLocks/>
          </p:cNvCxnSpPr>
          <p:nvPr/>
        </p:nvCxnSpPr>
        <p:spPr>
          <a:xfrm flipH="1">
            <a:off x="10447361" y="6867542"/>
            <a:ext cx="2725354" cy="396878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0EAF6DD-9D1D-A521-EE1D-4D67146F0AD0}"/>
              </a:ext>
            </a:extLst>
          </p:cNvPr>
          <p:cNvCxnSpPr>
            <a:cxnSpLocks/>
          </p:cNvCxnSpPr>
          <p:nvPr/>
        </p:nvCxnSpPr>
        <p:spPr>
          <a:xfrm flipH="1">
            <a:off x="11470943" y="7019942"/>
            <a:ext cx="1854172" cy="372425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allout: Bent Line 24">
            <a:extLst>
              <a:ext uri="{FF2B5EF4-FFF2-40B4-BE49-F238E27FC236}">
                <a16:creationId xmlns:a16="http://schemas.microsoft.com/office/drawing/2014/main" id="{C19976B0-8B93-B453-FD9C-3DE1AA84B6A2}"/>
              </a:ext>
            </a:extLst>
          </p:cNvPr>
          <p:cNvSpPr/>
          <p:nvPr/>
        </p:nvSpPr>
        <p:spPr>
          <a:xfrm>
            <a:off x="7722735" y="11504404"/>
            <a:ext cx="1348745" cy="182630"/>
          </a:xfrm>
          <a:prstGeom prst="borderCallout2">
            <a:avLst>
              <a:gd name="adj1" fmla="val 20337"/>
              <a:gd name="adj2" fmla="val 119969"/>
              <a:gd name="adj3" fmla="val 23512"/>
              <a:gd name="adj4" fmla="val 128616"/>
              <a:gd name="adj5" fmla="val 143933"/>
              <a:gd name="adj6" fmla="val 228523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Remove dot</a:t>
            </a:r>
          </a:p>
        </p:txBody>
      </p:sp>
      <p:sp>
        <p:nvSpPr>
          <p:cNvPr id="26" name="Callout: Bent Line 25">
            <a:extLst>
              <a:ext uri="{FF2B5EF4-FFF2-40B4-BE49-F238E27FC236}">
                <a16:creationId xmlns:a16="http://schemas.microsoft.com/office/drawing/2014/main" id="{1431A946-9BCA-394C-B8AC-1873D4E96414}"/>
              </a:ext>
            </a:extLst>
          </p:cNvPr>
          <p:cNvSpPr/>
          <p:nvPr/>
        </p:nvSpPr>
        <p:spPr>
          <a:xfrm>
            <a:off x="7777888" y="11848202"/>
            <a:ext cx="1348745" cy="182630"/>
          </a:xfrm>
          <a:prstGeom prst="borderCallout2">
            <a:avLst>
              <a:gd name="adj1" fmla="val 20337"/>
              <a:gd name="adj2" fmla="val 119969"/>
              <a:gd name="adj3" fmla="val 23512"/>
              <a:gd name="adj4" fmla="val 128616"/>
              <a:gd name="adj5" fmla="val 119023"/>
              <a:gd name="adj6" fmla="val 264951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Give link styling</a:t>
            </a:r>
          </a:p>
        </p:txBody>
      </p:sp>
      <p:sp>
        <p:nvSpPr>
          <p:cNvPr id="28" name="Callout: Bent Line 27">
            <a:extLst>
              <a:ext uri="{FF2B5EF4-FFF2-40B4-BE49-F238E27FC236}">
                <a16:creationId xmlns:a16="http://schemas.microsoft.com/office/drawing/2014/main" id="{09D607B8-7BF0-69E7-706A-71D3502A58EA}"/>
              </a:ext>
            </a:extLst>
          </p:cNvPr>
          <p:cNvSpPr/>
          <p:nvPr/>
        </p:nvSpPr>
        <p:spPr>
          <a:xfrm>
            <a:off x="6661776" y="836063"/>
            <a:ext cx="1348745" cy="726923"/>
          </a:xfrm>
          <a:prstGeom prst="borderCallout2">
            <a:avLst>
              <a:gd name="adj1" fmla="val 20337"/>
              <a:gd name="adj2" fmla="val 119969"/>
              <a:gd name="adj3" fmla="val 23512"/>
              <a:gd name="adj4" fmla="val 128616"/>
              <a:gd name="adj5" fmla="val 139373"/>
              <a:gd name="adj6" fmla="val 218628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Does this get underline based on style guide and links in footer? Is blue color right?</a:t>
            </a:r>
          </a:p>
        </p:txBody>
      </p:sp>
    </p:spTree>
    <p:extLst>
      <p:ext uri="{BB962C8B-B14F-4D97-AF65-F5344CB8AC3E}">
        <p14:creationId xmlns:p14="http://schemas.microsoft.com/office/powerpoint/2010/main" val="17291970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DCE12-6CC6-3CBF-5B81-D5819AEFB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34BB2-013A-FDA6-F038-086ECE34F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97223"/>
            <a:ext cx="3359020" cy="2154091"/>
          </a:xfrm>
        </p:spPr>
        <p:txBody>
          <a:bodyPr>
            <a:normAutofit/>
          </a:bodyPr>
          <a:lstStyle/>
          <a:p>
            <a:r>
              <a:rPr lang="en-US" sz="4800" dirty="0"/>
              <a:t>Web View (public)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406A95-A08A-7261-DEAA-EA3ADED927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3529"/>
          <a:stretch>
            <a:fillRect/>
          </a:stretch>
        </p:blipFill>
        <p:spPr>
          <a:xfrm>
            <a:off x="3651091" y="582706"/>
            <a:ext cx="15985623" cy="11026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1476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99D08-8DF0-7237-B747-6170BDB45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7A722-DB18-7F9F-C42E-208EB5449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97223"/>
            <a:ext cx="3359020" cy="2154091"/>
          </a:xfrm>
        </p:spPr>
        <p:txBody>
          <a:bodyPr>
            <a:normAutofit/>
          </a:bodyPr>
          <a:lstStyle/>
          <a:p>
            <a:r>
              <a:rPr lang="en-US" sz="4800" dirty="0"/>
              <a:t>Web View (Admin)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7AB953-AC07-1774-8503-E0D0E6F5BA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3823"/>
          <a:stretch>
            <a:fillRect/>
          </a:stretch>
        </p:blipFill>
        <p:spPr>
          <a:xfrm>
            <a:off x="3511165" y="0"/>
            <a:ext cx="18162973" cy="12148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396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4B2D5-7663-CC87-C7E8-A4A4A4B5C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08883-1327-1C31-882E-ED9828471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6652" y="-13169900"/>
            <a:ext cx="21674138" cy="1310953"/>
          </a:xfrm>
        </p:spPr>
        <p:txBody>
          <a:bodyPr>
            <a:normAutofit/>
          </a:bodyPr>
          <a:lstStyle/>
          <a:p>
            <a:r>
              <a:rPr lang="en-US" dirty="0"/>
              <a:t>Option 4 – Final Option (mobile view)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365764F-0090-BCDB-0490-E76355C6E7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2" r="3" b="-184"/>
          <a:stretch>
            <a:fillRect/>
          </a:stretch>
        </p:blipFill>
        <p:spPr>
          <a:xfrm>
            <a:off x="675767" y="1586763"/>
            <a:ext cx="5169383" cy="9502578"/>
          </a:xfrm>
          <a:prstGeom prst="rect">
            <a:avLst/>
          </a:prstGeom>
        </p:spPr>
      </p:pic>
      <p:sp>
        <p:nvSpPr>
          <p:cNvPr id="22" name="Title 1">
            <a:extLst>
              <a:ext uri="{FF2B5EF4-FFF2-40B4-BE49-F238E27FC236}">
                <a16:creationId xmlns:a16="http://schemas.microsoft.com/office/drawing/2014/main" id="{F98D4B46-6B46-B8DE-3ECE-C1B4A692B194}"/>
              </a:ext>
            </a:extLst>
          </p:cNvPr>
          <p:cNvSpPr txBox="1">
            <a:spLocks/>
          </p:cNvSpPr>
          <p:nvPr/>
        </p:nvSpPr>
        <p:spPr>
          <a:xfrm>
            <a:off x="0" y="197223"/>
            <a:ext cx="18693944" cy="8569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162552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822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Mobile View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B761D5-6936-09E0-48CE-96976CF18E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718" y="1586763"/>
            <a:ext cx="5019289" cy="1013328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6CBB56A-5CA8-5357-0FDB-ED66692FAB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39575" y="1586763"/>
            <a:ext cx="4860284" cy="10150566"/>
          </a:xfrm>
          <a:prstGeom prst="rect">
            <a:avLst/>
          </a:prstGeom>
        </p:spPr>
      </p:pic>
      <p:sp>
        <p:nvSpPr>
          <p:cNvPr id="3" name="Callout: Bent Line 2">
            <a:extLst>
              <a:ext uri="{FF2B5EF4-FFF2-40B4-BE49-F238E27FC236}">
                <a16:creationId xmlns:a16="http://schemas.microsoft.com/office/drawing/2014/main" id="{802A10C8-6098-AD24-0599-044D39EF75F7}"/>
              </a:ext>
            </a:extLst>
          </p:cNvPr>
          <p:cNvSpPr/>
          <p:nvPr/>
        </p:nvSpPr>
        <p:spPr>
          <a:xfrm>
            <a:off x="226782" y="6613451"/>
            <a:ext cx="1348745" cy="767397"/>
          </a:xfrm>
          <a:prstGeom prst="borderCallout2">
            <a:avLst>
              <a:gd name="adj1" fmla="val 20337"/>
              <a:gd name="adj2" fmla="val 119969"/>
              <a:gd name="adj3" fmla="val 23512"/>
              <a:gd name="adj4" fmla="val 128616"/>
              <a:gd name="adj5" fmla="val 169818"/>
              <a:gd name="adj6" fmla="val 77952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GLOBAL: Usually when this is open this becomes an X to close out </a:t>
            </a:r>
          </a:p>
        </p:txBody>
      </p:sp>
    </p:spTree>
    <p:extLst>
      <p:ext uri="{BB962C8B-B14F-4D97-AF65-F5344CB8AC3E}">
        <p14:creationId xmlns:p14="http://schemas.microsoft.com/office/powerpoint/2010/main" val="21413561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626D6E-7BB6-6F5C-EA8E-8E482B382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D2B82E2D-5822-450E-85CC-AE5EDD01EC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2709" y="0"/>
            <a:ext cx="21668719" cy="1219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F2810D-6650-B3AB-9F98-BDC792611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6652" y="-13169900"/>
            <a:ext cx="21674138" cy="1310953"/>
          </a:xfrm>
        </p:spPr>
        <p:txBody>
          <a:bodyPr>
            <a:normAutofit/>
          </a:bodyPr>
          <a:lstStyle/>
          <a:p>
            <a:r>
              <a:rPr lang="en-US" dirty="0"/>
              <a:t>Option 4 – Final Option (mobile view)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4C5DB309-EB7E-EC1D-FB99-A3F3108D26AF}"/>
              </a:ext>
            </a:extLst>
          </p:cNvPr>
          <p:cNvSpPr txBox="1">
            <a:spLocks/>
          </p:cNvSpPr>
          <p:nvPr/>
        </p:nvSpPr>
        <p:spPr>
          <a:xfrm>
            <a:off x="0" y="197223"/>
            <a:ext cx="18693944" cy="8569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162552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822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Mobile View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E11D0324-7E04-8789-E9F4-6467213963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043" y="1448628"/>
            <a:ext cx="6173122" cy="10202286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52256D9B-AA11-E1D9-36A9-DBA79CE6C0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3224" y="1448628"/>
            <a:ext cx="6810103" cy="10185373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C1C5CAF9-E555-C866-7E30-5F9C11F342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03327" y="1609291"/>
            <a:ext cx="7066896" cy="9880960"/>
          </a:xfrm>
          <a:prstGeom prst="rect">
            <a:avLst/>
          </a:prstGeom>
        </p:spPr>
      </p:pic>
      <p:sp>
        <p:nvSpPr>
          <p:cNvPr id="3" name="Callout: Bent Line 2">
            <a:extLst>
              <a:ext uri="{FF2B5EF4-FFF2-40B4-BE49-F238E27FC236}">
                <a16:creationId xmlns:a16="http://schemas.microsoft.com/office/drawing/2014/main" id="{3072A32D-3A5D-6F0F-F7C7-2D3ABEB57D3F}"/>
              </a:ext>
            </a:extLst>
          </p:cNvPr>
          <p:cNvSpPr/>
          <p:nvPr/>
        </p:nvSpPr>
        <p:spPr>
          <a:xfrm>
            <a:off x="182945" y="1142095"/>
            <a:ext cx="1348745" cy="467196"/>
          </a:xfrm>
          <a:prstGeom prst="borderCallout2">
            <a:avLst>
              <a:gd name="adj1" fmla="val 20337"/>
              <a:gd name="adj2" fmla="val 119969"/>
              <a:gd name="adj3" fmla="val 23512"/>
              <a:gd name="adj4" fmla="val 128616"/>
              <a:gd name="adj5" fmla="val 237763"/>
              <a:gd name="adj6" fmla="val 121477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Fix alignment </a:t>
            </a:r>
          </a:p>
        </p:txBody>
      </p:sp>
      <p:sp>
        <p:nvSpPr>
          <p:cNvPr id="4" name="Callout: Bent Line 3">
            <a:extLst>
              <a:ext uri="{FF2B5EF4-FFF2-40B4-BE49-F238E27FC236}">
                <a16:creationId xmlns:a16="http://schemas.microsoft.com/office/drawing/2014/main" id="{D77A950B-7338-780E-D2FC-FEAAF2FF4738}"/>
              </a:ext>
            </a:extLst>
          </p:cNvPr>
          <p:cNvSpPr/>
          <p:nvPr/>
        </p:nvSpPr>
        <p:spPr>
          <a:xfrm>
            <a:off x="19761857" y="3412052"/>
            <a:ext cx="1348745" cy="467196"/>
          </a:xfrm>
          <a:prstGeom prst="borderCallout2">
            <a:avLst>
              <a:gd name="adj1" fmla="val 20337"/>
              <a:gd name="adj2" fmla="val 119969"/>
              <a:gd name="adj3" fmla="val 23512"/>
              <a:gd name="adj4" fmla="val 128616"/>
              <a:gd name="adj5" fmla="val 443785"/>
              <a:gd name="adj6" fmla="val -329309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Fix</a:t>
            </a:r>
          </a:p>
        </p:txBody>
      </p:sp>
    </p:spTree>
    <p:extLst>
      <p:ext uri="{BB962C8B-B14F-4D97-AF65-F5344CB8AC3E}">
        <p14:creationId xmlns:p14="http://schemas.microsoft.com/office/powerpoint/2010/main" val="40139803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30746</TotalTime>
  <Words>330</Words>
  <Application>Microsoft Office PowerPoint</Application>
  <PresentationFormat>Custom</PresentationFormat>
  <Paragraphs>26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Web View (Public)</vt:lpstr>
      <vt:lpstr>Web View (public)</vt:lpstr>
      <vt:lpstr>Web View (Admin)</vt:lpstr>
      <vt:lpstr>Option 4 – Final Option (mobile view)</vt:lpstr>
      <vt:lpstr>Option 4 – Final Option (mobile view)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Shawn West</dc:creator>
  <cp:lastModifiedBy>Carly Povilaitis</cp:lastModifiedBy>
  <cp:revision>9</cp:revision>
  <cp:lastPrinted>2025-06-16T04:38:10Z</cp:lastPrinted>
  <dcterms:created xsi:type="dcterms:W3CDTF">2025-05-22T11:06:50Z</dcterms:created>
  <dcterms:modified xsi:type="dcterms:W3CDTF">2025-06-24T11:45:26Z</dcterms:modified>
</cp:coreProperties>
</file>