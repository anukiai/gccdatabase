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F4_2A936F31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53" r:id="rId2"/>
    <p:sldId id="500" r:id="rId3"/>
    <p:sldId id="506" r:id="rId4"/>
    <p:sldId id="354" r:id="rId5"/>
    <p:sldId id="504" r:id="rId6"/>
    <p:sldId id="505" r:id="rId7"/>
    <p:sldId id="376" r:id="rId8"/>
    <p:sldId id="503" r:id="rId9"/>
    <p:sldId id="502" r:id="rId1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506"/>
            <p14:sldId id="354"/>
            <p14:sldId id="504"/>
            <p14:sldId id="505"/>
            <p14:sldId id="376"/>
            <p14:sldId id="503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6247" autoAdjust="0"/>
  </p:normalViewPr>
  <p:slideViewPr>
    <p:cSldViewPr snapToGrid="0">
      <p:cViewPr varScale="1">
        <p:scale>
          <a:sx n="95" d="100"/>
          <a:sy n="95" d="100"/>
        </p:scale>
        <p:origin x="48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53F131B5-6FE6-46A5-AF6C-82AB444BF8A0}"/>
    <pc:docChg chg="custSel modSld sldOrd">
      <pc:chgData name="Shawn West" userId="bcaf3c6b-bfc1-40d2-81dc-c3fa941236d7" providerId="ADAL" clId="{53F131B5-6FE6-46A5-AF6C-82AB444BF8A0}" dt="2025-06-27T12:37:02.847" v="173" actId="20577"/>
      <pc:docMkLst>
        <pc:docMk/>
      </pc:docMkLst>
      <pc:sldChg chg="modSp mod">
        <pc:chgData name="Shawn West" userId="bcaf3c6b-bfc1-40d2-81dc-c3fa941236d7" providerId="ADAL" clId="{53F131B5-6FE6-46A5-AF6C-82AB444BF8A0}" dt="2025-06-27T12:34:04.482" v="109" actId="6549"/>
        <pc:sldMkLst>
          <pc:docMk/>
          <pc:sldMk cId="1589950104" sldId="502"/>
        </pc:sldMkLst>
        <pc:spChg chg="mod">
          <ac:chgData name="Shawn West" userId="bcaf3c6b-bfc1-40d2-81dc-c3fa941236d7" providerId="ADAL" clId="{53F131B5-6FE6-46A5-AF6C-82AB444BF8A0}" dt="2025-06-27T12:34:04.482" v="109" actId="6549"/>
          <ac:spMkLst>
            <pc:docMk/>
            <pc:sldMk cId="1589950104" sldId="502"/>
            <ac:spMk id="2" creationId="{237D141D-E8C8-B982-4B9C-47CB2461E021}"/>
          </ac:spMkLst>
        </pc:spChg>
      </pc:sldChg>
      <pc:sldChg chg="ord">
        <pc:chgData name="Shawn West" userId="bcaf3c6b-bfc1-40d2-81dc-c3fa941236d7" providerId="ADAL" clId="{53F131B5-6FE6-46A5-AF6C-82AB444BF8A0}" dt="2025-06-27T12:34:43.040" v="113"/>
        <pc:sldMkLst>
          <pc:docMk/>
          <pc:sldMk cId="65312852" sldId="504"/>
        </pc:sldMkLst>
      </pc:sldChg>
      <pc:sldChg chg="modSp mod">
        <pc:chgData name="Shawn West" userId="bcaf3c6b-bfc1-40d2-81dc-c3fa941236d7" providerId="ADAL" clId="{53F131B5-6FE6-46A5-AF6C-82AB444BF8A0}" dt="2025-06-27T12:37:02.847" v="173" actId="20577"/>
        <pc:sldMkLst>
          <pc:docMk/>
          <pc:sldMk cId="3629285805" sldId="506"/>
        </pc:sldMkLst>
        <pc:spChg chg="mod">
          <ac:chgData name="Shawn West" userId="bcaf3c6b-bfc1-40d2-81dc-c3fa941236d7" providerId="ADAL" clId="{53F131B5-6FE6-46A5-AF6C-82AB444BF8A0}" dt="2025-06-27T12:32:46.639" v="106" actId="1076"/>
          <ac:spMkLst>
            <pc:docMk/>
            <pc:sldMk cId="3629285805" sldId="506"/>
            <ac:spMk id="2" creationId="{F3EECCF6-883C-2AF3-FAE4-D56BAB379C97}"/>
          </ac:spMkLst>
        </pc:spChg>
        <pc:graphicFrameChg chg="mod modGraphic">
          <ac:chgData name="Shawn West" userId="bcaf3c6b-bfc1-40d2-81dc-c3fa941236d7" providerId="ADAL" clId="{53F131B5-6FE6-46A5-AF6C-82AB444BF8A0}" dt="2025-06-27T12:37:02.847" v="173" actId="20577"/>
          <ac:graphicFrameMkLst>
            <pc:docMk/>
            <pc:sldMk cId="3629285805" sldId="506"/>
            <ac:graphicFrameMk id="7" creationId="{6380B856-82F8-A147-CAC7-988F74BAEFF7}"/>
          </ac:graphicFrameMkLst>
        </pc:graphicFrameChg>
        <pc:graphicFrameChg chg="mod modGraphic">
          <ac:chgData name="Shawn West" userId="bcaf3c6b-bfc1-40d2-81dc-c3fa941236d7" providerId="ADAL" clId="{53F131B5-6FE6-46A5-AF6C-82AB444BF8A0}" dt="2025-06-27T12:31:59.239" v="91" actId="14100"/>
          <ac:graphicFrameMkLst>
            <pc:docMk/>
            <pc:sldMk cId="3629285805" sldId="506"/>
            <ac:graphicFrameMk id="9" creationId="{30475F9B-BEE8-8AEC-7A79-29396E9B0C1B}"/>
          </ac:graphicFrameMkLst>
        </pc:graphicFrameChg>
      </pc:sldChg>
    </pc:docChg>
  </pc:docChgLst>
  <pc:docChgLst>
    <pc:chgData name="Shawn West" userId="bcaf3c6b-bfc1-40d2-81dc-c3fa941236d7" providerId="ADAL" clId="{7603C315-1303-4DD4-8EF8-5DDD649D4765}"/>
    <pc:docChg chg="undo custSel modSld">
      <pc:chgData name="Shawn West" userId="bcaf3c6b-bfc1-40d2-81dc-c3fa941236d7" providerId="ADAL" clId="{7603C315-1303-4DD4-8EF8-5DDD649D4765}" dt="2025-07-23T13:42:54.341" v="173" actId="1038"/>
      <pc:docMkLst>
        <pc:docMk/>
      </pc:docMkLst>
      <pc:sldChg chg="delSp modSp mod">
        <pc:chgData name="Shawn West" userId="bcaf3c6b-bfc1-40d2-81dc-c3fa941236d7" providerId="ADAL" clId="{7603C315-1303-4DD4-8EF8-5DDD649D4765}" dt="2025-07-23T13:42:54.341" v="173" actId="1038"/>
        <pc:sldMkLst>
          <pc:docMk/>
          <pc:sldMk cId="714305329" sldId="500"/>
        </pc:sldMkLst>
        <pc:spChg chg="mod">
          <ac:chgData name="Shawn West" userId="bcaf3c6b-bfc1-40d2-81dc-c3fa941236d7" providerId="ADAL" clId="{7603C315-1303-4DD4-8EF8-5DDD649D4765}" dt="2025-07-23T13:41:03.236" v="27" actId="1037"/>
          <ac:spMkLst>
            <pc:docMk/>
            <pc:sldMk cId="714305329" sldId="500"/>
            <ac:spMk id="83" creationId="{EF502890-A4AE-37D3-28B4-75BE078B8595}"/>
          </ac:spMkLst>
        </pc:spChg>
        <pc:spChg chg="mod">
          <ac:chgData name="Shawn West" userId="bcaf3c6b-bfc1-40d2-81dc-c3fa941236d7" providerId="ADAL" clId="{7603C315-1303-4DD4-8EF8-5DDD649D4765}" dt="2025-07-23T13:41:53.700" v="101" actId="1038"/>
          <ac:spMkLst>
            <pc:docMk/>
            <pc:sldMk cId="714305329" sldId="500"/>
            <ac:spMk id="84" creationId="{15DF55CD-017F-4648-F47B-0955A2DF1B8A}"/>
          </ac:spMkLst>
        </pc:spChg>
        <pc:spChg chg="del mod">
          <ac:chgData name="Shawn West" userId="bcaf3c6b-bfc1-40d2-81dc-c3fa941236d7" providerId="ADAL" clId="{7603C315-1303-4DD4-8EF8-5DDD649D4765}" dt="2025-07-23T13:41:31.553" v="70" actId="478"/>
          <ac:spMkLst>
            <pc:docMk/>
            <pc:sldMk cId="714305329" sldId="500"/>
            <ac:spMk id="85" creationId="{5D256B30-C36F-8FF7-EF48-2A360A77782B}"/>
          </ac:spMkLst>
        </pc:spChg>
        <pc:grpChg chg="mod">
          <ac:chgData name="Shawn West" userId="bcaf3c6b-bfc1-40d2-81dc-c3fa941236d7" providerId="ADAL" clId="{7603C315-1303-4DD4-8EF8-5DDD649D4765}" dt="2025-07-23T13:42:06.524" v="139" actId="1037"/>
          <ac:grpSpMkLst>
            <pc:docMk/>
            <pc:sldMk cId="714305329" sldId="500"/>
            <ac:grpSpMk id="10" creationId="{BD4B1877-839B-0518-87F7-D7A0D40F3446}"/>
          </ac:grpSpMkLst>
        </pc:grpChg>
        <pc:grpChg chg="mod">
          <ac:chgData name="Shawn West" userId="bcaf3c6b-bfc1-40d2-81dc-c3fa941236d7" providerId="ADAL" clId="{7603C315-1303-4DD4-8EF8-5DDD649D4765}" dt="2025-07-23T13:42:54.341" v="173" actId="1038"/>
          <ac:grpSpMkLst>
            <pc:docMk/>
            <pc:sldMk cId="714305329" sldId="500"/>
            <ac:grpSpMk id="81" creationId="{0FF1D650-AC56-3262-CEEC-2089B3160614}"/>
          </ac:grpSpMkLst>
        </pc:grpChg>
        <pc:grpChg chg="del">
          <ac:chgData name="Shawn West" userId="bcaf3c6b-bfc1-40d2-81dc-c3fa941236d7" providerId="ADAL" clId="{7603C315-1303-4DD4-8EF8-5DDD649D4765}" dt="2025-07-23T13:41:31.553" v="70" actId="478"/>
          <ac:grpSpMkLst>
            <pc:docMk/>
            <pc:sldMk cId="714305329" sldId="500"/>
            <ac:grpSpMk id="82" creationId="{07D13732-603B-38D2-C6F0-100275FCDD91}"/>
          </ac:grpSpMkLst>
        </pc:grpChg>
        <pc:cxnChg chg="mod">
          <ac:chgData name="Shawn West" userId="bcaf3c6b-bfc1-40d2-81dc-c3fa941236d7" providerId="ADAL" clId="{7603C315-1303-4DD4-8EF8-5DDD649D4765}" dt="2025-07-23T13:42:31.341" v="143" actId="1037"/>
          <ac:cxnSpMkLst>
            <pc:docMk/>
            <pc:sldMk cId="714305329" sldId="500"/>
            <ac:cxnSpMk id="22" creationId="{FD629DCA-28D3-DCD0-A069-1624A39FB7F8}"/>
          </ac:cxnSpMkLst>
        </pc:cxnChg>
      </pc:sldChg>
    </pc:docChg>
  </pc:docChgLst>
</pc:chgInfo>
</file>

<file path=ppt/comments/modernComment_1F4_2A936F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E1FE74-62C9-450B-956E-47611C966045}" authorId="{8892B05B-E117-52AD-3F68-AE601404E83B}" created="2025-03-19T17:54:29.3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14305329" sldId="500"/>
      <ac:spMk id="2" creationId="{FE41FA45-FE5E-E5CF-6A39-94D74F0CABB1}"/>
    </ac:deMkLst>
    <p188:replyLst>
      <p188:reply id="{D0B3C560-6F10-4D9A-824E-9178A45213AD}" authorId="{8892B05B-E117-52AD-3F68-AE601404E83B}" created="2025-03-19T17:54:50.859">
        <p188:txBody>
          <a:bodyPr/>
          <a:lstStyle/>
          <a:p>
            <a:r>
              <a:rPr lang="en-US"/>
              <a:t>need these pages to edit/delete Product Name or Company Name records</a:t>
            </a:r>
          </a:p>
        </p188:txBody>
      </p188:reply>
      <p188:reply id="{26D4B4E8-D638-4B7F-98B5-ADAB9C1E3AD1}" authorId="{8892B05B-E117-52AD-3F68-AE601404E83B}" created="2025-03-19T17:55:36.329">
        <p188:txBody>
          <a:bodyPr/>
          <a:lstStyle/>
          <a:p>
            <a:r>
              <a:rPr lang="en-US"/>
              <a:t>Ability to add new field</a:t>
            </a:r>
          </a:p>
        </p188:txBody>
      </p188:reply>
    </p188:replyLst>
    <p188:txBody>
      <a:bodyPr/>
      <a:lstStyle/>
      <a:p>
        <a:r>
          <a:rPr lang="en-US"/>
          <a:t>Replace with larger model.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7/23/2025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7/23/2025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4_2A936F3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7/23/2025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7/23/2025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24963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3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242873"/>
              </p:ext>
            </p:extLst>
          </p:nvPr>
        </p:nvGraphicFramePr>
        <p:xfrm>
          <a:off x="474604" y="1021313"/>
          <a:ext cx="11242488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349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77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52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27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6/23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6/30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6/27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45616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14967" y="3348832"/>
            <a:ext cx="1562127" cy="164592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3943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42663F-6CF3-7566-08E0-90824A0ECA2B}"/>
              </a:ext>
            </a:extLst>
          </p:cNvPr>
          <p:cNvGrpSpPr/>
          <p:nvPr/>
        </p:nvGrpSpPr>
        <p:grpSpPr>
          <a:xfrm>
            <a:off x="9394257" y="4086498"/>
            <a:ext cx="1058775" cy="274299"/>
            <a:chOff x="9815102" y="4089378"/>
            <a:chExt cx="801273" cy="274299"/>
          </a:xfrm>
        </p:grpSpPr>
        <p:grpSp>
          <p:nvGrpSpPr>
            <p:cNvPr id="16" name="Group 30">
              <a:extLst>
                <a:ext uri="{FF2B5EF4-FFF2-40B4-BE49-F238E27FC236}">
                  <a16:creationId xmlns:a16="http://schemas.microsoft.com/office/drawing/2014/main" id="{DC1410A2-1258-EFB0-C066-0080A20F4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9815102" y="4151369"/>
              <a:ext cx="698378" cy="164592"/>
              <a:chOff x="1371600" y="1905000"/>
              <a:chExt cx="1828800" cy="228600"/>
            </a:xfrm>
          </p:grpSpPr>
          <p:sp>
            <p:nvSpPr>
              <p:cNvPr id="17" name="Rounded Rectangle 57">
                <a:extLst>
                  <a:ext uri="{FF2B5EF4-FFF2-40B4-BE49-F238E27FC236}">
                    <a16:creationId xmlns:a16="http://schemas.microsoft.com/office/drawing/2014/main" id="{14CA68B9-88CC-D2B6-812C-49496C773F59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Rounded Rectangle 58">
                <a:extLst>
                  <a:ext uri="{FF2B5EF4-FFF2-40B4-BE49-F238E27FC236}">
                    <a16:creationId xmlns:a16="http://schemas.microsoft.com/office/drawing/2014/main" id="{2B78640F-BE72-E289-A7E8-A26C506ED987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0" name="Flowchart: Decision 36">
              <a:extLst>
                <a:ext uri="{FF2B5EF4-FFF2-40B4-BE49-F238E27FC236}">
                  <a16:creationId xmlns:a16="http://schemas.microsoft.com/office/drawing/2014/main" id="{4D09D823-131B-45C0-3CFD-5E1A1D6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19701" y="4089378"/>
              <a:ext cx="196674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4EE3EBBC-1176-3FAF-6244-16B3777A5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29829" y="1691597"/>
            <a:ext cx="514337" cy="173698"/>
            <a:chOff x="1371600" y="1905000"/>
            <a:chExt cx="2667000" cy="228600"/>
          </a:xfrm>
        </p:grpSpPr>
        <p:sp>
          <p:nvSpPr>
            <p:cNvPr id="6" name="Rounded Rectangle 38">
              <a:extLst>
                <a:ext uri="{FF2B5EF4-FFF2-40B4-BE49-F238E27FC236}">
                  <a16:creationId xmlns:a16="http://schemas.microsoft.com/office/drawing/2014/main" id="{767019E9-E709-DEFB-B2FE-AD8403AD4B8B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9" name="Rounded Rectangle 40">
              <a:extLst>
                <a:ext uri="{FF2B5EF4-FFF2-40B4-BE49-F238E27FC236}">
                  <a16:creationId xmlns:a16="http://schemas.microsoft.com/office/drawing/2014/main" id="{58548815-D276-20DC-A8EF-2A1D5B11911B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4457706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6/27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9/5 – Development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9/19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10/3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5320171" y="3722474"/>
            <a:ext cx="2194176" cy="274299"/>
            <a:chOff x="7276264" y="3589902"/>
            <a:chExt cx="2622177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15690" y="3589902"/>
              <a:ext cx="282751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5252907" y="1021313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729391" y="5365745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9/8 – 9/19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9/8 – 9/19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77" name="Group 33">
            <a:extLst>
              <a:ext uri="{FF2B5EF4-FFF2-40B4-BE49-F238E27FC236}">
                <a16:creationId xmlns:a16="http://schemas.microsoft.com/office/drawing/2014/main" id="{F556D103-676D-B108-17F5-4BB9A33F4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9486" y="2116356"/>
            <a:ext cx="508447" cy="178870"/>
            <a:chOff x="1371600" y="1905000"/>
            <a:chExt cx="1828800" cy="228600"/>
          </a:xfrm>
          <a:solidFill>
            <a:srgbClr val="4A66AC"/>
          </a:solidFill>
        </p:grpSpPr>
        <p:sp>
          <p:nvSpPr>
            <p:cNvPr id="78" name="Rounded Rectangle 60">
              <a:extLst>
                <a:ext uri="{FF2B5EF4-FFF2-40B4-BE49-F238E27FC236}">
                  <a16:creationId xmlns:a16="http://schemas.microsoft.com/office/drawing/2014/main" id="{032A9AA3-4C44-E94E-99BD-CCBBE2569CBF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79" name="Rounded Rectangle 61">
              <a:extLst>
                <a:ext uri="{FF2B5EF4-FFF2-40B4-BE49-F238E27FC236}">
                  <a16:creationId xmlns:a16="http://schemas.microsoft.com/office/drawing/2014/main" id="{C24B58AC-32A2-1CB5-874E-F596C98892B4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4420668" y="2051536"/>
            <a:ext cx="1695265" cy="274299"/>
            <a:chOff x="10253237" y="4557434"/>
            <a:chExt cx="1629095" cy="274299"/>
          </a:xfrm>
        </p:grpSpPr>
        <p:sp>
          <p:nvSpPr>
            <p:cNvPr id="84" name="Rounded Rectangle 60">
              <a:extLst>
                <a:ext uri="{FF2B5EF4-FFF2-40B4-BE49-F238E27FC236}">
                  <a16:creationId xmlns:a16="http://schemas.microsoft.com/office/drawing/2014/main" id="{15DF55CD-017F-4648-F47B-0955A2DF1B8A}"/>
                </a:ext>
              </a:extLst>
            </p:cNvPr>
            <p:cNvSpPr/>
            <p:nvPr/>
          </p:nvSpPr>
          <p:spPr>
            <a:xfrm>
              <a:off x="10253237" y="4612947"/>
              <a:ext cx="1522080" cy="16459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22433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00005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20500" y="1630901"/>
            <a:ext cx="25989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7018" y="1379333"/>
            <a:ext cx="5050134" cy="1593353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/>
              <a:t>I had a family emergency that reduced my commitment to the project for a few weeks. </a:t>
            </a:r>
          </a:p>
          <a:p>
            <a:r>
              <a:rPr lang="en-US" sz="1600" dirty="0"/>
              <a:t>The increased scope from the initial proposal with the additional enhancements has impacted the original timeline. </a:t>
            </a:r>
          </a:p>
          <a:p>
            <a:r>
              <a:rPr lang="en-US" sz="1600" dirty="0"/>
              <a:t>The timeline reflects an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475"/>
              </p:ext>
            </p:extLst>
          </p:nvPr>
        </p:nvGraphicFramePr>
        <p:xfrm>
          <a:off x="952500" y="2176010"/>
          <a:ext cx="5297575" cy="32385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2668675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front-end 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3645"/>
              </p:ext>
            </p:extLst>
          </p:nvPr>
        </p:nvGraphicFramePr>
        <p:xfrm>
          <a:off x="952500" y="1324090"/>
          <a:ext cx="5294707" cy="571500"/>
        </p:xfrm>
        <a:graphic>
          <a:graphicData uri="http://schemas.openxmlformats.org/drawingml/2006/table">
            <a:tbl>
              <a:tblPr/>
              <a:tblGrid>
                <a:gridCol w="155433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631708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7/23/2025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3</a:t>
            </a:r>
            <a:r>
              <a:rPr lang="en-US" sz="2800" baseline="30000" dirty="0"/>
              <a:t>rd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additional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84014</TotalTime>
  <Words>1139</Words>
  <Application>Microsoft Office PowerPoint</Application>
  <PresentationFormat>Widescreen</PresentationFormat>
  <Paragraphs>176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Scope Creep Analysis &amp; Timeline Impact</vt:lpstr>
      <vt:lpstr>GreenCircle Certified Database Site Map</vt:lpstr>
      <vt:lpstr>Out of Scope Items – Initial Design Phase</vt:lpstr>
      <vt:lpstr>October 3rd Go-live</vt:lpstr>
      <vt:lpstr>Design Revision Impact on Delivery</vt:lpstr>
      <vt:lpstr>Final Design Consolidation - Scope Locked</vt:lpstr>
      <vt:lpstr>Managing Scope and Change Control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18</cp:revision>
  <cp:lastPrinted>2025-06-16T04:02:37Z</cp:lastPrinted>
  <dcterms:created xsi:type="dcterms:W3CDTF">2025-01-22T16:07:21Z</dcterms:created>
  <dcterms:modified xsi:type="dcterms:W3CDTF">2025-07-23T13:42:57Z</dcterms:modified>
</cp:coreProperties>
</file>