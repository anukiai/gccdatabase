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F4_2A936F31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53" r:id="rId2"/>
    <p:sldId id="500" r:id="rId3"/>
    <p:sldId id="354" r:id="rId4"/>
    <p:sldId id="505" r:id="rId5"/>
    <p:sldId id="376" r:id="rId6"/>
    <p:sldId id="503" r:id="rId7"/>
    <p:sldId id="502" r:id="rId8"/>
    <p:sldId id="504" r:id="rId9"/>
    <p:sldId id="506" r:id="rId1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E2EBA9-E2D7-432C-9B28-B1BFC88819B1}">
          <p14:sldIdLst>
            <p14:sldId id="353"/>
            <p14:sldId id="500"/>
            <p14:sldId id="354"/>
            <p14:sldId id="505"/>
            <p14:sldId id="376"/>
            <p14:sldId id="503"/>
            <p14:sldId id="502"/>
            <p14:sldId id="504"/>
            <p14:sldId id="5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5F7"/>
    <a:srgbClr val="9AB9DE"/>
    <a:srgbClr val="92C83E"/>
    <a:srgbClr val="FF6600"/>
    <a:srgbClr val="FCFDEB"/>
    <a:srgbClr val="FFEDB3"/>
    <a:srgbClr val="DEECEF"/>
    <a:srgbClr val="FCE6E4"/>
    <a:srgbClr val="FDECEA"/>
    <a:srgbClr val="FFF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59755-F10C-4937-B302-97473785AF39}" v="56" dt="2025-06-27T11:28:39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6247" autoAdjust="0"/>
  </p:normalViewPr>
  <p:slideViewPr>
    <p:cSldViewPr snapToGrid="0">
      <p:cViewPr varScale="1">
        <p:scale>
          <a:sx n="95" d="100"/>
          <a:sy n="95" d="100"/>
        </p:scale>
        <p:origin x="133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wn West" userId="bcaf3c6b-bfc1-40d2-81dc-c3fa941236d7" providerId="ADAL" clId="{CF259755-F10C-4937-B302-97473785AF39}"/>
    <pc:docChg chg="undo custSel addSld delSld modSld sldOrd delSection modSection">
      <pc:chgData name="Shawn West" userId="bcaf3c6b-bfc1-40d2-81dc-c3fa941236d7" providerId="ADAL" clId="{CF259755-F10C-4937-B302-97473785AF39}" dt="2025-06-27T11:32:23.065" v="1726" actId="6549"/>
      <pc:docMkLst>
        <pc:docMk/>
      </pc:docMkLst>
      <pc:sldChg chg="addSp delSp modSp mod">
        <pc:chgData name="Shawn West" userId="bcaf3c6b-bfc1-40d2-81dc-c3fa941236d7" providerId="ADAL" clId="{CF259755-F10C-4937-B302-97473785AF39}" dt="2025-06-25T13:17:10.347" v="94" actId="1076"/>
        <pc:sldMkLst>
          <pc:docMk/>
          <pc:sldMk cId="2552079327" sldId="353"/>
        </pc:sldMkLst>
        <pc:spChg chg="mod">
          <ac:chgData name="Shawn West" userId="bcaf3c6b-bfc1-40d2-81dc-c3fa941236d7" providerId="ADAL" clId="{CF259755-F10C-4937-B302-97473785AF39}" dt="2025-06-25T13:12:42.757" v="75" actId="14100"/>
          <ac:spMkLst>
            <pc:docMk/>
            <pc:sldMk cId="2552079327" sldId="353"/>
            <ac:spMk id="2" creationId="{DB2D8BCD-86CA-7D6C-C1E4-D5F9AA3D53C1}"/>
          </ac:spMkLst>
        </pc:spChg>
        <pc:spChg chg="mod">
          <ac:chgData name="Shawn West" userId="bcaf3c6b-bfc1-40d2-81dc-c3fa941236d7" providerId="ADAL" clId="{CF259755-F10C-4937-B302-97473785AF39}" dt="2025-06-25T13:17:10.347" v="94" actId="1076"/>
          <ac:spMkLst>
            <pc:docMk/>
            <pc:sldMk cId="2552079327" sldId="353"/>
            <ac:spMk id="16" creationId="{ABB2265E-E3BD-C8E7-5B8E-FAF4E3557BF7}"/>
          </ac:spMkLst>
        </pc:spChg>
        <pc:picChg chg="add mod ord modCrop">
          <ac:chgData name="Shawn West" userId="bcaf3c6b-bfc1-40d2-81dc-c3fa941236d7" providerId="ADAL" clId="{CF259755-F10C-4937-B302-97473785AF39}" dt="2025-06-25T13:16:13.585" v="88" actId="732"/>
          <ac:picMkLst>
            <pc:docMk/>
            <pc:sldMk cId="2552079327" sldId="353"/>
            <ac:picMk id="4" creationId="{C9BB5349-530B-507F-95E8-CB0925B28769}"/>
          </ac:picMkLst>
        </pc:picChg>
        <pc:picChg chg="mod">
          <ac:chgData name="Shawn West" userId="bcaf3c6b-bfc1-40d2-81dc-c3fa941236d7" providerId="ADAL" clId="{CF259755-F10C-4937-B302-97473785AF39}" dt="2025-06-25T13:12:45.303" v="76" actId="1076"/>
          <ac:picMkLst>
            <pc:docMk/>
            <pc:sldMk cId="2552079327" sldId="353"/>
            <ac:picMk id="1030" creationId="{ACDED094-9C2C-2C27-915F-2E49AB794365}"/>
          </ac:picMkLst>
        </pc:picChg>
      </pc:sldChg>
      <pc:sldChg chg="add del ord">
        <pc:chgData name="Shawn West" userId="bcaf3c6b-bfc1-40d2-81dc-c3fa941236d7" providerId="ADAL" clId="{CF259755-F10C-4937-B302-97473785AF39}" dt="2025-06-27T11:30:14.209" v="1695"/>
        <pc:sldMkLst>
          <pc:docMk/>
          <pc:sldMk cId="1482514581" sldId="354"/>
        </pc:sldMkLst>
      </pc:sldChg>
      <pc:sldChg chg="del">
        <pc:chgData name="Shawn West" userId="bcaf3c6b-bfc1-40d2-81dc-c3fa941236d7" providerId="ADAL" clId="{CF259755-F10C-4937-B302-97473785AF39}" dt="2025-06-25T14:17:51.151" v="789" actId="47"/>
        <pc:sldMkLst>
          <pc:docMk/>
          <pc:sldMk cId="3746237643" sldId="356"/>
        </pc:sldMkLst>
      </pc:sldChg>
      <pc:sldChg chg="del">
        <pc:chgData name="Shawn West" userId="bcaf3c6b-bfc1-40d2-81dc-c3fa941236d7" providerId="ADAL" clId="{CF259755-F10C-4937-B302-97473785AF39}" dt="2025-06-25T14:17:55.484" v="799" actId="47"/>
        <pc:sldMkLst>
          <pc:docMk/>
          <pc:sldMk cId="1811411981" sldId="362"/>
        </pc:sldMkLst>
      </pc:sldChg>
      <pc:sldChg chg="del">
        <pc:chgData name="Shawn West" userId="bcaf3c6b-bfc1-40d2-81dc-c3fa941236d7" providerId="ADAL" clId="{CF259755-F10C-4937-B302-97473785AF39}" dt="2025-06-25T14:17:58.755" v="810" actId="47"/>
        <pc:sldMkLst>
          <pc:docMk/>
          <pc:sldMk cId="943738598" sldId="367"/>
        </pc:sldMkLst>
      </pc:sldChg>
      <pc:sldChg chg="del">
        <pc:chgData name="Shawn West" userId="bcaf3c6b-bfc1-40d2-81dc-c3fa941236d7" providerId="ADAL" clId="{CF259755-F10C-4937-B302-97473785AF39}" dt="2025-06-25T14:17:55.100" v="798" actId="47"/>
        <pc:sldMkLst>
          <pc:docMk/>
          <pc:sldMk cId="1278121783" sldId="368"/>
        </pc:sldMkLst>
      </pc:sldChg>
      <pc:sldChg chg="del">
        <pc:chgData name="Shawn West" userId="bcaf3c6b-bfc1-40d2-81dc-c3fa941236d7" providerId="ADAL" clId="{CF259755-F10C-4937-B302-97473785AF39}" dt="2025-06-25T14:17:51.836" v="790" actId="47"/>
        <pc:sldMkLst>
          <pc:docMk/>
          <pc:sldMk cId="2383232296" sldId="369"/>
        </pc:sldMkLst>
      </pc:sldChg>
      <pc:sldChg chg="del">
        <pc:chgData name="Shawn West" userId="bcaf3c6b-bfc1-40d2-81dc-c3fa941236d7" providerId="ADAL" clId="{CF259755-F10C-4937-B302-97473785AF39}" dt="2025-06-25T14:17:52.243" v="791" actId="47"/>
        <pc:sldMkLst>
          <pc:docMk/>
          <pc:sldMk cId="4252886365" sldId="370"/>
        </pc:sldMkLst>
      </pc:sldChg>
      <pc:sldChg chg="del">
        <pc:chgData name="Shawn West" userId="bcaf3c6b-bfc1-40d2-81dc-c3fa941236d7" providerId="ADAL" clId="{CF259755-F10C-4937-B302-97473785AF39}" dt="2025-06-25T14:17:52.734" v="792" actId="47"/>
        <pc:sldMkLst>
          <pc:docMk/>
          <pc:sldMk cId="3457284407" sldId="371"/>
        </pc:sldMkLst>
      </pc:sldChg>
      <pc:sldChg chg="del">
        <pc:chgData name="Shawn West" userId="bcaf3c6b-bfc1-40d2-81dc-c3fa941236d7" providerId="ADAL" clId="{CF259755-F10C-4937-B302-97473785AF39}" dt="2025-06-25T14:17:53.151" v="793" actId="47"/>
        <pc:sldMkLst>
          <pc:docMk/>
          <pc:sldMk cId="470559758" sldId="372"/>
        </pc:sldMkLst>
      </pc:sldChg>
      <pc:sldChg chg="del">
        <pc:chgData name="Shawn West" userId="bcaf3c6b-bfc1-40d2-81dc-c3fa941236d7" providerId="ADAL" clId="{CF259755-F10C-4937-B302-97473785AF39}" dt="2025-06-25T14:17:54.293" v="796" actId="47"/>
        <pc:sldMkLst>
          <pc:docMk/>
          <pc:sldMk cId="349669714" sldId="373"/>
        </pc:sldMkLst>
      </pc:sldChg>
      <pc:sldChg chg="del">
        <pc:chgData name="Shawn West" userId="bcaf3c6b-bfc1-40d2-81dc-c3fa941236d7" providerId="ADAL" clId="{CF259755-F10C-4937-B302-97473785AF39}" dt="2025-06-25T14:17:54.649" v="797" actId="47"/>
        <pc:sldMkLst>
          <pc:docMk/>
          <pc:sldMk cId="2700032176" sldId="374"/>
        </pc:sldMkLst>
      </pc:sldChg>
      <pc:sldChg chg="del">
        <pc:chgData name="Shawn West" userId="bcaf3c6b-bfc1-40d2-81dc-c3fa941236d7" providerId="ADAL" clId="{CF259755-F10C-4937-B302-97473785AF39}" dt="2025-06-25T14:17:50.290" v="788" actId="47"/>
        <pc:sldMkLst>
          <pc:docMk/>
          <pc:sldMk cId="2192276317" sldId="375"/>
        </pc:sldMkLst>
      </pc:sldChg>
      <pc:sldChg chg="addSp delSp modSp mod ord modCm modNotesTx">
        <pc:chgData name="Shawn West" userId="bcaf3c6b-bfc1-40d2-81dc-c3fa941236d7" providerId="ADAL" clId="{CF259755-F10C-4937-B302-97473785AF39}" dt="2025-06-27T11:29:41.607" v="1691" actId="6549"/>
        <pc:sldMkLst>
          <pc:docMk/>
          <pc:sldMk cId="3708942547" sldId="376"/>
        </pc:sldMkLst>
        <pc:spChg chg="add del mod">
          <ac:chgData name="Shawn West" userId="bcaf3c6b-bfc1-40d2-81dc-c3fa941236d7" providerId="ADAL" clId="{CF259755-F10C-4937-B302-97473785AF39}" dt="2025-06-27T11:29:41.607" v="1691" actId="6549"/>
          <ac:spMkLst>
            <pc:docMk/>
            <pc:sldMk cId="3708942547" sldId="376"/>
            <ac:spMk id="2" creationId="{2F0CFBCA-F0E2-720C-F72D-B4018C6AD50E}"/>
          </ac:spMkLst>
        </pc:spChg>
        <pc:spChg chg="mod">
          <ac:chgData name="Shawn West" userId="bcaf3c6b-bfc1-40d2-81dc-c3fa941236d7" providerId="ADAL" clId="{CF259755-F10C-4937-B302-97473785AF39}" dt="2025-06-25T14:27:59.627" v="900"/>
          <ac:spMkLst>
            <pc:docMk/>
            <pc:sldMk cId="3708942547" sldId="376"/>
            <ac:spMk id="6" creationId="{018492AF-5746-CA9B-9F58-091C688146F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wn West" userId="bcaf3c6b-bfc1-40d2-81dc-c3fa941236d7" providerId="ADAL" clId="{CF259755-F10C-4937-B302-97473785AF39}" dt="2025-06-25T14:22:34.467" v="880" actId="6549"/>
              <pc2:cmMkLst xmlns:pc2="http://schemas.microsoft.com/office/powerpoint/2019/9/main/command">
                <pc:docMk/>
                <pc:sldMk cId="3708942547" sldId="376"/>
                <pc2:cmMk id="{DBE74732-717A-4DC8-B9D2-0DF4BD7E31D1}"/>
              </pc2:cmMkLst>
            </pc226:cmChg>
          </p:ext>
        </pc:extLst>
      </pc:sldChg>
      <pc:sldChg chg="del">
        <pc:chgData name="Shawn West" userId="bcaf3c6b-bfc1-40d2-81dc-c3fa941236d7" providerId="ADAL" clId="{CF259755-F10C-4937-B302-97473785AF39}" dt="2025-06-25T14:17:58.977" v="811" actId="47"/>
        <pc:sldMkLst>
          <pc:docMk/>
          <pc:sldMk cId="3647497128" sldId="377"/>
        </pc:sldMkLst>
      </pc:sldChg>
      <pc:sldChg chg="del">
        <pc:chgData name="Shawn West" userId="bcaf3c6b-bfc1-40d2-81dc-c3fa941236d7" providerId="ADAL" clId="{CF259755-F10C-4937-B302-97473785AF39}" dt="2025-06-25T14:18:03.297" v="817" actId="47"/>
        <pc:sldMkLst>
          <pc:docMk/>
          <pc:sldMk cId="1274692601" sldId="378"/>
        </pc:sldMkLst>
      </pc:sldChg>
      <pc:sldChg chg="del">
        <pc:chgData name="Shawn West" userId="bcaf3c6b-bfc1-40d2-81dc-c3fa941236d7" providerId="ADAL" clId="{CF259755-F10C-4937-B302-97473785AF39}" dt="2025-06-25T14:18:04.632" v="822" actId="47"/>
        <pc:sldMkLst>
          <pc:docMk/>
          <pc:sldMk cId="1772971190" sldId="379"/>
        </pc:sldMkLst>
      </pc:sldChg>
      <pc:sldChg chg="del">
        <pc:chgData name="Shawn West" userId="bcaf3c6b-bfc1-40d2-81dc-c3fa941236d7" providerId="ADAL" clId="{CF259755-F10C-4937-B302-97473785AF39}" dt="2025-06-25T14:18:08.298" v="835" actId="47"/>
        <pc:sldMkLst>
          <pc:docMk/>
          <pc:sldMk cId="227883026" sldId="381"/>
        </pc:sldMkLst>
      </pc:sldChg>
      <pc:sldChg chg="del">
        <pc:chgData name="Shawn West" userId="bcaf3c6b-bfc1-40d2-81dc-c3fa941236d7" providerId="ADAL" clId="{CF259755-F10C-4937-B302-97473785AF39}" dt="2025-06-25T14:18:08.642" v="836" actId="47"/>
        <pc:sldMkLst>
          <pc:docMk/>
          <pc:sldMk cId="3879008643" sldId="383"/>
        </pc:sldMkLst>
      </pc:sldChg>
      <pc:sldChg chg="del">
        <pc:chgData name="Shawn West" userId="bcaf3c6b-bfc1-40d2-81dc-c3fa941236d7" providerId="ADAL" clId="{CF259755-F10C-4937-B302-97473785AF39}" dt="2025-06-25T14:18:07.080" v="833" actId="47"/>
        <pc:sldMkLst>
          <pc:docMk/>
          <pc:sldMk cId="3055491383" sldId="384"/>
        </pc:sldMkLst>
      </pc:sldChg>
      <pc:sldChg chg="del">
        <pc:chgData name="Shawn West" userId="bcaf3c6b-bfc1-40d2-81dc-c3fa941236d7" providerId="ADAL" clId="{CF259755-F10C-4937-B302-97473785AF39}" dt="2025-06-25T14:18:11.877" v="842" actId="47"/>
        <pc:sldMkLst>
          <pc:docMk/>
          <pc:sldMk cId="3061614695" sldId="386"/>
        </pc:sldMkLst>
      </pc:sldChg>
      <pc:sldChg chg="del">
        <pc:chgData name="Shawn West" userId="bcaf3c6b-bfc1-40d2-81dc-c3fa941236d7" providerId="ADAL" clId="{CF259755-F10C-4937-B302-97473785AF39}" dt="2025-06-25T14:18:06.707" v="831" actId="47"/>
        <pc:sldMkLst>
          <pc:docMk/>
          <pc:sldMk cId="4016462383" sldId="388"/>
        </pc:sldMkLst>
      </pc:sldChg>
      <pc:sldChg chg="del">
        <pc:chgData name="Shawn West" userId="bcaf3c6b-bfc1-40d2-81dc-c3fa941236d7" providerId="ADAL" clId="{CF259755-F10C-4937-B302-97473785AF39}" dt="2025-06-25T14:18:05.052" v="824" actId="47"/>
        <pc:sldMkLst>
          <pc:docMk/>
          <pc:sldMk cId="2645253693" sldId="394"/>
        </pc:sldMkLst>
      </pc:sldChg>
      <pc:sldChg chg="del">
        <pc:chgData name="Shawn West" userId="bcaf3c6b-bfc1-40d2-81dc-c3fa941236d7" providerId="ADAL" clId="{CF259755-F10C-4937-B302-97473785AF39}" dt="2025-06-25T14:18:05.979" v="828" actId="47"/>
        <pc:sldMkLst>
          <pc:docMk/>
          <pc:sldMk cId="2030547082" sldId="395"/>
        </pc:sldMkLst>
      </pc:sldChg>
      <pc:sldChg chg="del">
        <pc:chgData name="Shawn West" userId="bcaf3c6b-bfc1-40d2-81dc-c3fa941236d7" providerId="ADAL" clId="{CF259755-F10C-4937-B302-97473785AF39}" dt="2025-06-25T14:18:03.927" v="820" actId="47"/>
        <pc:sldMkLst>
          <pc:docMk/>
          <pc:sldMk cId="1152932816" sldId="396"/>
        </pc:sldMkLst>
      </pc:sldChg>
      <pc:sldChg chg="del">
        <pc:chgData name="Shawn West" userId="bcaf3c6b-bfc1-40d2-81dc-c3fa941236d7" providerId="ADAL" clId="{CF259755-F10C-4937-B302-97473785AF39}" dt="2025-06-25T14:18:02.083" v="814" actId="47"/>
        <pc:sldMkLst>
          <pc:docMk/>
          <pc:sldMk cId="340608693" sldId="399"/>
        </pc:sldMkLst>
      </pc:sldChg>
      <pc:sldChg chg="del">
        <pc:chgData name="Shawn West" userId="bcaf3c6b-bfc1-40d2-81dc-c3fa941236d7" providerId="ADAL" clId="{CF259755-F10C-4937-B302-97473785AF39}" dt="2025-06-25T14:18:04.861" v="823" actId="47"/>
        <pc:sldMkLst>
          <pc:docMk/>
          <pc:sldMk cId="2466150600" sldId="402"/>
        </pc:sldMkLst>
      </pc:sldChg>
      <pc:sldChg chg="del">
        <pc:chgData name="Shawn West" userId="bcaf3c6b-bfc1-40d2-81dc-c3fa941236d7" providerId="ADAL" clId="{CF259755-F10C-4937-B302-97473785AF39}" dt="2025-06-25T14:18:05.815" v="827" actId="47"/>
        <pc:sldMkLst>
          <pc:docMk/>
          <pc:sldMk cId="4226111771" sldId="403"/>
        </pc:sldMkLst>
      </pc:sldChg>
      <pc:sldChg chg="del">
        <pc:chgData name="Shawn West" userId="bcaf3c6b-bfc1-40d2-81dc-c3fa941236d7" providerId="ADAL" clId="{CF259755-F10C-4937-B302-97473785AF39}" dt="2025-06-25T14:18:04.192" v="821" actId="47"/>
        <pc:sldMkLst>
          <pc:docMk/>
          <pc:sldMk cId="2522677098" sldId="405"/>
        </pc:sldMkLst>
      </pc:sldChg>
      <pc:sldChg chg="del">
        <pc:chgData name="Shawn West" userId="bcaf3c6b-bfc1-40d2-81dc-c3fa941236d7" providerId="ADAL" clId="{CF259755-F10C-4937-B302-97473785AF39}" dt="2025-06-25T14:18:06.147" v="829" actId="47"/>
        <pc:sldMkLst>
          <pc:docMk/>
          <pc:sldMk cId="3905066145" sldId="406"/>
        </pc:sldMkLst>
      </pc:sldChg>
      <pc:sldChg chg="del">
        <pc:chgData name="Shawn West" userId="bcaf3c6b-bfc1-40d2-81dc-c3fa941236d7" providerId="ADAL" clId="{CF259755-F10C-4937-B302-97473785AF39}" dt="2025-06-25T14:18:13.591" v="846" actId="47"/>
        <pc:sldMkLst>
          <pc:docMk/>
          <pc:sldMk cId="387276960" sldId="417"/>
        </pc:sldMkLst>
      </pc:sldChg>
      <pc:sldChg chg="del">
        <pc:chgData name="Shawn West" userId="bcaf3c6b-bfc1-40d2-81dc-c3fa941236d7" providerId="ADAL" clId="{CF259755-F10C-4937-B302-97473785AF39}" dt="2025-06-25T14:17:55.904" v="800" actId="47"/>
        <pc:sldMkLst>
          <pc:docMk/>
          <pc:sldMk cId="3070947185" sldId="422"/>
        </pc:sldMkLst>
      </pc:sldChg>
      <pc:sldChg chg="delSp del mod">
        <pc:chgData name="Shawn West" userId="bcaf3c6b-bfc1-40d2-81dc-c3fa941236d7" providerId="ADAL" clId="{CF259755-F10C-4937-B302-97473785AF39}" dt="2025-06-25T14:19:37.666" v="853" actId="47"/>
        <pc:sldMkLst>
          <pc:docMk/>
          <pc:sldMk cId="4232053449" sldId="450"/>
        </pc:sldMkLst>
      </pc:sldChg>
      <pc:sldChg chg="del">
        <pc:chgData name="Shawn West" userId="bcaf3c6b-bfc1-40d2-81dc-c3fa941236d7" providerId="ADAL" clId="{CF259755-F10C-4937-B302-97473785AF39}" dt="2025-06-25T14:17:53.516" v="794" actId="47"/>
        <pc:sldMkLst>
          <pc:docMk/>
          <pc:sldMk cId="2331263732" sldId="451"/>
        </pc:sldMkLst>
      </pc:sldChg>
      <pc:sldChg chg="del">
        <pc:chgData name="Shawn West" userId="bcaf3c6b-bfc1-40d2-81dc-c3fa941236d7" providerId="ADAL" clId="{CF259755-F10C-4937-B302-97473785AF39}" dt="2025-06-25T14:17:53.913" v="795" actId="47"/>
        <pc:sldMkLst>
          <pc:docMk/>
          <pc:sldMk cId="1214815442" sldId="452"/>
        </pc:sldMkLst>
      </pc:sldChg>
      <pc:sldChg chg="del">
        <pc:chgData name="Shawn West" userId="bcaf3c6b-bfc1-40d2-81dc-c3fa941236d7" providerId="ADAL" clId="{CF259755-F10C-4937-B302-97473785AF39}" dt="2025-06-25T14:18:02.542" v="815" actId="47"/>
        <pc:sldMkLst>
          <pc:docMk/>
          <pc:sldMk cId="2179535694" sldId="453"/>
        </pc:sldMkLst>
      </pc:sldChg>
      <pc:sldChg chg="del">
        <pc:chgData name="Shawn West" userId="bcaf3c6b-bfc1-40d2-81dc-c3fa941236d7" providerId="ADAL" clId="{CF259755-F10C-4937-B302-97473785AF39}" dt="2025-06-25T14:17:57.398" v="803" actId="47"/>
        <pc:sldMkLst>
          <pc:docMk/>
          <pc:sldMk cId="1211089408" sldId="454"/>
        </pc:sldMkLst>
      </pc:sldChg>
      <pc:sldChg chg="del">
        <pc:chgData name="Shawn West" userId="bcaf3c6b-bfc1-40d2-81dc-c3fa941236d7" providerId="ADAL" clId="{CF259755-F10C-4937-B302-97473785AF39}" dt="2025-06-25T14:17:57.543" v="804" actId="47"/>
        <pc:sldMkLst>
          <pc:docMk/>
          <pc:sldMk cId="3249715403" sldId="455"/>
        </pc:sldMkLst>
      </pc:sldChg>
      <pc:sldChg chg="del">
        <pc:chgData name="Shawn West" userId="bcaf3c6b-bfc1-40d2-81dc-c3fa941236d7" providerId="ADAL" clId="{CF259755-F10C-4937-B302-97473785AF39}" dt="2025-06-25T14:17:57.726" v="805" actId="47"/>
        <pc:sldMkLst>
          <pc:docMk/>
          <pc:sldMk cId="1333759390" sldId="456"/>
        </pc:sldMkLst>
      </pc:sldChg>
      <pc:sldChg chg="del">
        <pc:chgData name="Shawn West" userId="bcaf3c6b-bfc1-40d2-81dc-c3fa941236d7" providerId="ADAL" clId="{CF259755-F10C-4937-B302-97473785AF39}" dt="2025-06-25T14:17:57.905" v="806" actId="47"/>
        <pc:sldMkLst>
          <pc:docMk/>
          <pc:sldMk cId="3532450876" sldId="457"/>
        </pc:sldMkLst>
      </pc:sldChg>
      <pc:sldChg chg="del">
        <pc:chgData name="Shawn West" userId="bcaf3c6b-bfc1-40d2-81dc-c3fa941236d7" providerId="ADAL" clId="{CF259755-F10C-4937-B302-97473785AF39}" dt="2025-06-25T14:17:58.067" v="807" actId="47"/>
        <pc:sldMkLst>
          <pc:docMk/>
          <pc:sldMk cId="3543505054" sldId="458"/>
        </pc:sldMkLst>
      </pc:sldChg>
      <pc:sldChg chg="del">
        <pc:chgData name="Shawn West" userId="bcaf3c6b-bfc1-40d2-81dc-c3fa941236d7" providerId="ADAL" clId="{CF259755-F10C-4937-B302-97473785AF39}" dt="2025-06-25T14:17:58.410" v="808" actId="47"/>
        <pc:sldMkLst>
          <pc:docMk/>
          <pc:sldMk cId="2920801307" sldId="459"/>
        </pc:sldMkLst>
      </pc:sldChg>
      <pc:sldChg chg="del">
        <pc:chgData name="Shawn West" userId="bcaf3c6b-bfc1-40d2-81dc-c3fa941236d7" providerId="ADAL" clId="{CF259755-F10C-4937-B302-97473785AF39}" dt="2025-06-25T14:17:58.595" v="809" actId="47"/>
        <pc:sldMkLst>
          <pc:docMk/>
          <pc:sldMk cId="4266317718" sldId="460"/>
        </pc:sldMkLst>
      </pc:sldChg>
      <pc:sldChg chg="del">
        <pc:chgData name="Shawn West" userId="bcaf3c6b-bfc1-40d2-81dc-c3fa941236d7" providerId="ADAL" clId="{CF259755-F10C-4937-B302-97473785AF39}" dt="2025-06-25T14:18:03.533" v="818" actId="47"/>
        <pc:sldMkLst>
          <pc:docMk/>
          <pc:sldMk cId="215740017" sldId="465"/>
        </pc:sldMkLst>
      </pc:sldChg>
      <pc:sldChg chg="del">
        <pc:chgData name="Shawn West" userId="bcaf3c6b-bfc1-40d2-81dc-c3fa941236d7" providerId="ADAL" clId="{CF259755-F10C-4937-B302-97473785AF39}" dt="2025-06-25T14:18:03.716" v="819" actId="47"/>
        <pc:sldMkLst>
          <pc:docMk/>
          <pc:sldMk cId="3264215488" sldId="466"/>
        </pc:sldMkLst>
      </pc:sldChg>
      <pc:sldChg chg="del">
        <pc:chgData name="Shawn West" userId="bcaf3c6b-bfc1-40d2-81dc-c3fa941236d7" providerId="ADAL" clId="{CF259755-F10C-4937-B302-97473785AF39}" dt="2025-06-25T14:17:56.838" v="801" actId="47"/>
        <pc:sldMkLst>
          <pc:docMk/>
          <pc:sldMk cId="4092271043" sldId="468"/>
        </pc:sldMkLst>
      </pc:sldChg>
      <pc:sldChg chg="del">
        <pc:chgData name="Shawn West" userId="bcaf3c6b-bfc1-40d2-81dc-c3fa941236d7" providerId="ADAL" clId="{CF259755-F10C-4937-B302-97473785AF39}" dt="2025-06-25T14:17:57.090" v="802" actId="47"/>
        <pc:sldMkLst>
          <pc:docMk/>
          <pc:sldMk cId="26432446" sldId="470"/>
        </pc:sldMkLst>
      </pc:sldChg>
      <pc:sldChg chg="del">
        <pc:chgData name="Shawn West" userId="bcaf3c6b-bfc1-40d2-81dc-c3fa941236d7" providerId="ADAL" clId="{CF259755-F10C-4937-B302-97473785AF39}" dt="2025-06-25T14:18:06.533" v="830" actId="47"/>
        <pc:sldMkLst>
          <pc:docMk/>
          <pc:sldMk cId="574261375" sldId="471"/>
        </pc:sldMkLst>
      </pc:sldChg>
      <pc:sldChg chg="del">
        <pc:chgData name="Shawn West" userId="bcaf3c6b-bfc1-40d2-81dc-c3fa941236d7" providerId="ADAL" clId="{CF259755-F10C-4937-B302-97473785AF39}" dt="2025-06-25T14:18:06.910" v="832" actId="47"/>
        <pc:sldMkLst>
          <pc:docMk/>
          <pc:sldMk cId="423741050" sldId="472"/>
        </pc:sldMkLst>
      </pc:sldChg>
      <pc:sldChg chg="del">
        <pc:chgData name="Shawn West" userId="bcaf3c6b-bfc1-40d2-81dc-c3fa941236d7" providerId="ADAL" clId="{CF259755-F10C-4937-B302-97473785AF39}" dt="2025-06-25T14:18:09.551" v="838" actId="47"/>
        <pc:sldMkLst>
          <pc:docMk/>
          <pc:sldMk cId="460563741" sldId="473"/>
        </pc:sldMkLst>
      </pc:sldChg>
      <pc:sldChg chg="del">
        <pc:chgData name="Shawn West" userId="bcaf3c6b-bfc1-40d2-81dc-c3fa941236d7" providerId="ADAL" clId="{CF259755-F10C-4937-B302-97473785AF39}" dt="2025-06-25T14:18:10.065" v="839" actId="47"/>
        <pc:sldMkLst>
          <pc:docMk/>
          <pc:sldMk cId="2359309608" sldId="474"/>
        </pc:sldMkLst>
      </pc:sldChg>
      <pc:sldChg chg="del">
        <pc:chgData name="Shawn West" userId="bcaf3c6b-bfc1-40d2-81dc-c3fa941236d7" providerId="ADAL" clId="{CF259755-F10C-4937-B302-97473785AF39}" dt="2025-06-25T14:18:10.512" v="840" actId="47"/>
        <pc:sldMkLst>
          <pc:docMk/>
          <pc:sldMk cId="3552952891" sldId="475"/>
        </pc:sldMkLst>
      </pc:sldChg>
      <pc:sldChg chg="del">
        <pc:chgData name="Shawn West" userId="bcaf3c6b-bfc1-40d2-81dc-c3fa941236d7" providerId="ADAL" clId="{CF259755-F10C-4937-B302-97473785AF39}" dt="2025-06-25T14:18:11.144" v="841" actId="47"/>
        <pc:sldMkLst>
          <pc:docMk/>
          <pc:sldMk cId="2230329795" sldId="476"/>
        </pc:sldMkLst>
      </pc:sldChg>
      <pc:sldChg chg="del">
        <pc:chgData name="Shawn West" userId="bcaf3c6b-bfc1-40d2-81dc-c3fa941236d7" providerId="ADAL" clId="{CF259755-F10C-4937-B302-97473785AF39}" dt="2025-06-25T14:18:05.461" v="825" actId="47"/>
        <pc:sldMkLst>
          <pc:docMk/>
          <pc:sldMk cId="2962170263" sldId="478"/>
        </pc:sldMkLst>
      </pc:sldChg>
      <pc:sldChg chg="del">
        <pc:chgData name="Shawn West" userId="bcaf3c6b-bfc1-40d2-81dc-c3fa941236d7" providerId="ADAL" clId="{CF259755-F10C-4937-B302-97473785AF39}" dt="2025-06-25T14:18:12.338" v="843" actId="47"/>
        <pc:sldMkLst>
          <pc:docMk/>
          <pc:sldMk cId="2443618947" sldId="480"/>
        </pc:sldMkLst>
      </pc:sldChg>
      <pc:sldChg chg="del">
        <pc:chgData name="Shawn West" userId="bcaf3c6b-bfc1-40d2-81dc-c3fa941236d7" providerId="ADAL" clId="{CF259755-F10C-4937-B302-97473785AF39}" dt="2025-06-25T14:18:05.627" v="826" actId="47"/>
        <pc:sldMkLst>
          <pc:docMk/>
          <pc:sldMk cId="136139271" sldId="482"/>
        </pc:sldMkLst>
      </pc:sldChg>
      <pc:sldChg chg="del">
        <pc:chgData name="Shawn West" userId="bcaf3c6b-bfc1-40d2-81dc-c3fa941236d7" providerId="ADAL" clId="{CF259755-F10C-4937-B302-97473785AF39}" dt="2025-06-25T14:18:13.160" v="845" actId="47"/>
        <pc:sldMkLst>
          <pc:docMk/>
          <pc:sldMk cId="708599067" sldId="484"/>
        </pc:sldMkLst>
      </pc:sldChg>
      <pc:sldChg chg="del">
        <pc:chgData name="Shawn West" userId="bcaf3c6b-bfc1-40d2-81dc-c3fa941236d7" providerId="ADAL" clId="{CF259755-F10C-4937-B302-97473785AF39}" dt="2025-06-25T14:18:14.027" v="847" actId="47"/>
        <pc:sldMkLst>
          <pc:docMk/>
          <pc:sldMk cId="3937413718" sldId="485"/>
        </pc:sldMkLst>
      </pc:sldChg>
      <pc:sldChg chg="del">
        <pc:chgData name="Shawn West" userId="bcaf3c6b-bfc1-40d2-81dc-c3fa941236d7" providerId="ADAL" clId="{CF259755-F10C-4937-B302-97473785AF39}" dt="2025-06-25T14:18:07.818" v="834" actId="47"/>
        <pc:sldMkLst>
          <pc:docMk/>
          <pc:sldMk cId="189355083" sldId="486"/>
        </pc:sldMkLst>
      </pc:sldChg>
      <pc:sldChg chg="del">
        <pc:chgData name="Shawn West" userId="bcaf3c6b-bfc1-40d2-81dc-c3fa941236d7" providerId="ADAL" clId="{CF259755-F10C-4937-B302-97473785AF39}" dt="2025-06-25T14:18:12.747" v="844" actId="47"/>
        <pc:sldMkLst>
          <pc:docMk/>
          <pc:sldMk cId="1506956132" sldId="487"/>
        </pc:sldMkLst>
      </pc:sldChg>
      <pc:sldChg chg="del">
        <pc:chgData name="Shawn West" userId="bcaf3c6b-bfc1-40d2-81dc-c3fa941236d7" providerId="ADAL" clId="{CF259755-F10C-4937-B302-97473785AF39}" dt="2025-06-25T14:18:08.994" v="837" actId="47"/>
        <pc:sldMkLst>
          <pc:docMk/>
          <pc:sldMk cId="2682253299" sldId="488"/>
        </pc:sldMkLst>
      </pc:sldChg>
      <pc:sldChg chg="del">
        <pc:chgData name="Shawn West" userId="bcaf3c6b-bfc1-40d2-81dc-c3fa941236d7" providerId="ADAL" clId="{CF259755-F10C-4937-B302-97473785AF39}" dt="2025-06-25T14:18:30.900" v="851" actId="47"/>
        <pc:sldMkLst>
          <pc:docMk/>
          <pc:sldMk cId="3772603235" sldId="496"/>
        </pc:sldMkLst>
      </pc:sldChg>
      <pc:sldChg chg="del">
        <pc:chgData name="Shawn West" userId="bcaf3c6b-bfc1-40d2-81dc-c3fa941236d7" providerId="ADAL" clId="{CF259755-F10C-4937-B302-97473785AF39}" dt="2025-06-25T14:18:02.947" v="816" actId="47"/>
        <pc:sldMkLst>
          <pc:docMk/>
          <pc:sldMk cId="3389145949" sldId="497"/>
        </pc:sldMkLst>
      </pc:sldChg>
      <pc:sldChg chg="del">
        <pc:chgData name="Shawn West" userId="bcaf3c6b-bfc1-40d2-81dc-c3fa941236d7" providerId="ADAL" clId="{CF259755-F10C-4937-B302-97473785AF39}" dt="2025-06-25T14:18:01.248" v="813" actId="47"/>
        <pc:sldMkLst>
          <pc:docMk/>
          <pc:sldMk cId="603027040" sldId="498"/>
        </pc:sldMkLst>
      </pc:sldChg>
      <pc:sldChg chg="del">
        <pc:chgData name="Shawn West" userId="bcaf3c6b-bfc1-40d2-81dc-c3fa941236d7" providerId="ADAL" clId="{CF259755-F10C-4937-B302-97473785AF39}" dt="2025-06-25T14:17:59.615" v="812" actId="47"/>
        <pc:sldMkLst>
          <pc:docMk/>
          <pc:sldMk cId="3645261291" sldId="499"/>
        </pc:sldMkLst>
      </pc:sldChg>
      <pc:sldChg chg="addSp delSp modSp add mod">
        <pc:chgData name="Shawn West" userId="bcaf3c6b-bfc1-40d2-81dc-c3fa941236d7" providerId="ADAL" clId="{CF259755-F10C-4937-B302-97473785AF39}" dt="2025-06-27T11:24:20.517" v="1673" actId="1036"/>
        <pc:sldMkLst>
          <pc:docMk/>
          <pc:sldMk cId="714305329" sldId="500"/>
        </pc:sldMkLst>
        <pc:spChg chg="mod">
          <ac:chgData name="Shawn West" userId="bcaf3c6b-bfc1-40d2-81dc-c3fa941236d7" providerId="ADAL" clId="{CF259755-F10C-4937-B302-97473785AF39}" dt="2025-06-25T13:57:49.956" v="372" actId="165"/>
          <ac:spMkLst>
            <pc:docMk/>
            <pc:sldMk cId="714305329" sldId="500"/>
            <ac:spMk id="6" creationId="{767019E9-E709-DEFB-B2FE-AD8403AD4B8B}"/>
          </ac:spMkLst>
        </pc:spChg>
        <pc:spChg chg="mod">
          <ac:chgData name="Shawn West" userId="bcaf3c6b-bfc1-40d2-81dc-c3fa941236d7" providerId="ADAL" clId="{CF259755-F10C-4937-B302-97473785AF39}" dt="2025-06-25T13:57:49.956" v="372" actId="165"/>
          <ac:spMkLst>
            <pc:docMk/>
            <pc:sldMk cId="714305329" sldId="500"/>
            <ac:spMk id="9" creationId="{58548815-D276-20DC-A8EF-2A1D5B11911B}"/>
          </ac:spMkLst>
        </pc:spChg>
        <pc:spChg chg="mod">
          <ac:chgData name="Shawn West" userId="bcaf3c6b-bfc1-40d2-81dc-c3fa941236d7" providerId="ADAL" clId="{CF259755-F10C-4937-B302-97473785AF39}" dt="2025-06-25T14:05:30.851" v="685" actId="14100"/>
          <ac:spMkLst>
            <pc:docMk/>
            <pc:sldMk cId="714305329" sldId="500"/>
            <ac:spMk id="30" creationId="{4D09D823-131B-45C0-3CFD-5E1A1D6E37C9}"/>
          </ac:spMkLst>
        </pc:spChg>
        <pc:spChg chg="mod">
          <ac:chgData name="Shawn West" userId="bcaf3c6b-bfc1-40d2-81dc-c3fa941236d7" providerId="ADAL" clId="{CF259755-F10C-4937-B302-97473785AF39}" dt="2025-06-25T14:04:16.701" v="597" actId="1037"/>
          <ac:spMkLst>
            <pc:docMk/>
            <pc:sldMk cId="714305329" sldId="500"/>
            <ac:spMk id="32" creationId="{3782AB8C-E741-D739-4718-15FB1759317A}"/>
          </ac:spMkLst>
        </pc:spChg>
        <pc:spChg chg="add del mod">
          <ac:chgData name="Shawn West" userId="bcaf3c6b-bfc1-40d2-81dc-c3fa941236d7" providerId="ADAL" clId="{CF259755-F10C-4937-B302-97473785AF39}" dt="2025-06-25T14:04:15.309" v="595" actId="1076"/>
          <ac:spMkLst>
            <pc:docMk/>
            <pc:sldMk cId="714305329" sldId="500"/>
            <ac:spMk id="33" creationId="{6ED5BBC1-80FB-723C-33B6-E5A1036EEA18}"/>
          </ac:spMkLst>
        </pc:spChg>
        <pc:spChg chg="del mod topLvl">
          <ac:chgData name="Shawn West" userId="bcaf3c6b-bfc1-40d2-81dc-c3fa941236d7" providerId="ADAL" clId="{CF259755-F10C-4937-B302-97473785AF39}" dt="2025-06-27T11:23:51.811" v="1634" actId="478"/>
          <ac:spMkLst>
            <pc:docMk/>
            <pc:sldMk cId="714305329" sldId="500"/>
            <ac:spMk id="34" creationId="{D8FA2E81-0D65-FA90-EE1F-0FCDD9B31DF0}"/>
          </ac:spMkLst>
        </pc:spChg>
        <pc:spChg chg="mod">
          <ac:chgData name="Shawn West" userId="bcaf3c6b-bfc1-40d2-81dc-c3fa941236d7" providerId="ADAL" clId="{CF259755-F10C-4937-B302-97473785AF39}" dt="2025-06-25T13:55:31.691" v="141" actId="14100"/>
          <ac:spMkLst>
            <pc:docMk/>
            <pc:sldMk cId="714305329" sldId="500"/>
            <ac:spMk id="35" creationId="{6E3EA9A9-B0EC-F07C-1FD7-0C4E742E3718}"/>
          </ac:spMkLst>
        </pc:spChg>
        <pc:spChg chg="mod">
          <ac:chgData name="Shawn West" userId="bcaf3c6b-bfc1-40d2-81dc-c3fa941236d7" providerId="ADAL" clId="{CF259755-F10C-4937-B302-97473785AF39}" dt="2025-06-25T14:13:32.142" v="783" actId="20577"/>
          <ac:spMkLst>
            <pc:docMk/>
            <pc:sldMk cId="714305329" sldId="500"/>
            <ac:spMk id="37" creationId="{DE6FFEB4-FD6D-899B-DD29-36DE75905B23}"/>
          </ac:spMkLst>
        </pc:spChg>
        <pc:spChg chg="mod">
          <ac:chgData name="Shawn West" userId="bcaf3c6b-bfc1-40d2-81dc-c3fa941236d7" providerId="ADAL" clId="{CF259755-F10C-4937-B302-97473785AF39}" dt="2025-06-27T11:23:28.098" v="1630"/>
          <ac:spMkLst>
            <pc:docMk/>
            <pc:sldMk cId="714305329" sldId="500"/>
            <ac:spMk id="38" creationId="{8B702A34-06DF-356B-53DE-D0142ECB4A31}"/>
          </ac:spMkLst>
        </pc:spChg>
        <pc:spChg chg="mod">
          <ac:chgData name="Shawn West" userId="bcaf3c6b-bfc1-40d2-81dc-c3fa941236d7" providerId="ADAL" clId="{CF259755-F10C-4937-B302-97473785AF39}" dt="2025-06-27T11:23:28.098" v="1630"/>
          <ac:spMkLst>
            <pc:docMk/>
            <pc:sldMk cId="714305329" sldId="500"/>
            <ac:spMk id="39" creationId="{900FDDD8-94F5-D7F7-3E7E-D4E01224594D}"/>
          </ac:spMkLst>
        </pc:spChg>
        <pc:spChg chg="mod">
          <ac:chgData name="Shawn West" userId="bcaf3c6b-bfc1-40d2-81dc-c3fa941236d7" providerId="ADAL" clId="{CF259755-F10C-4937-B302-97473785AF39}" dt="2025-06-25T14:09:18.059" v="725" actId="1076"/>
          <ac:spMkLst>
            <pc:docMk/>
            <pc:sldMk cId="714305329" sldId="500"/>
            <ac:spMk id="43" creationId="{5D8A5413-10E2-D9E1-6151-7BA66CD6AD07}"/>
          </ac:spMkLst>
        </pc:spChg>
        <pc:spChg chg="add mod">
          <ac:chgData name="Shawn West" userId="bcaf3c6b-bfc1-40d2-81dc-c3fa941236d7" providerId="ADAL" clId="{CF259755-F10C-4937-B302-97473785AF39}" dt="2025-06-27T11:24:20.517" v="1673" actId="1036"/>
          <ac:spMkLst>
            <pc:docMk/>
            <pc:sldMk cId="714305329" sldId="500"/>
            <ac:spMk id="44" creationId="{A89F0AC9-7D1A-3854-7B70-0CE168446A43}"/>
          </ac:spMkLst>
        </pc:spChg>
        <pc:spChg chg="mod">
          <ac:chgData name="Shawn West" userId="bcaf3c6b-bfc1-40d2-81dc-c3fa941236d7" providerId="ADAL" clId="{CF259755-F10C-4937-B302-97473785AF39}" dt="2025-06-25T13:59:39.752" v="459"/>
          <ac:spMkLst>
            <pc:docMk/>
            <pc:sldMk cId="714305329" sldId="500"/>
            <ac:spMk id="78" creationId="{032A9AA3-4C44-E94E-99BD-CCBBE2569CBF}"/>
          </ac:spMkLst>
        </pc:spChg>
        <pc:spChg chg="mod">
          <ac:chgData name="Shawn West" userId="bcaf3c6b-bfc1-40d2-81dc-c3fa941236d7" providerId="ADAL" clId="{CF259755-F10C-4937-B302-97473785AF39}" dt="2025-06-25T13:59:39.752" v="459"/>
          <ac:spMkLst>
            <pc:docMk/>
            <pc:sldMk cId="714305329" sldId="500"/>
            <ac:spMk id="79" creationId="{C24B58AC-32A2-1CB5-874E-F596C98892B4}"/>
          </ac:spMkLst>
        </pc:spChg>
        <pc:spChg chg="mod">
          <ac:chgData name="Shawn West" userId="bcaf3c6b-bfc1-40d2-81dc-c3fa941236d7" providerId="ADAL" clId="{CF259755-F10C-4937-B302-97473785AF39}" dt="2025-06-25T14:14:58.030" v="785"/>
          <ac:spMkLst>
            <pc:docMk/>
            <pc:sldMk cId="714305329" sldId="500"/>
            <ac:spMk id="83" creationId="{EF502890-A4AE-37D3-28B4-75BE078B8595}"/>
          </ac:spMkLst>
        </pc:spChg>
        <pc:spChg chg="mod">
          <ac:chgData name="Shawn West" userId="bcaf3c6b-bfc1-40d2-81dc-c3fa941236d7" providerId="ADAL" clId="{CF259755-F10C-4937-B302-97473785AF39}" dt="2025-06-25T14:14:58.030" v="785"/>
          <ac:spMkLst>
            <pc:docMk/>
            <pc:sldMk cId="714305329" sldId="500"/>
            <ac:spMk id="84" creationId="{15DF55CD-017F-4648-F47B-0955A2DF1B8A}"/>
          </ac:spMkLst>
        </pc:spChg>
        <pc:spChg chg="mod">
          <ac:chgData name="Shawn West" userId="bcaf3c6b-bfc1-40d2-81dc-c3fa941236d7" providerId="ADAL" clId="{CF259755-F10C-4937-B302-97473785AF39}" dt="2025-06-25T14:14:58.030" v="785"/>
          <ac:spMkLst>
            <pc:docMk/>
            <pc:sldMk cId="714305329" sldId="500"/>
            <ac:spMk id="85" creationId="{5D256B30-C36F-8FF7-EF48-2A360A77782B}"/>
          </ac:spMkLst>
        </pc:spChg>
        <pc:grpChg chg="mod topLvl">
          <ac:chgData name="Shawn West" userId="bcaf3c6b-bfc1-40d2-81dc-c3fa941236d7" providerId="ADAL" clId="{CF259755-F10C-4937-B302-97473785AF39}" dt="2025-06-25T13:58:53.921" v="409" actId="1035"/>
          <ac:grpSpMkLst>
            <pc:docMk/>
            <pc:sldMk cId="714305329" sldId="500"/>
            <ac:grpSpMk id="5" creationId="{4EE3EBBC-1176-3FAF-6244-16B3777A5BD4}"/>
          </ac:grpSpMkLst>
        </pc:grpChg>
        <pc:grpChg chg="mod">
          <ac:chgData name="Shawn West" userId="bcaf3c6b-bfc1-40d2-81dc-c3fa941236d7" providerId="ADAL" clId="{CF259755-F10C-4937-B302-97473785AF39}" dt="2025-06-25T14:02:53.930" v="505" actId="14100"/>
          <ac:grpSpMkLst>
            <pc:docMk/>
            <pc:sldMk cId="714305329" sldId="500"/>
            <ac:grpSpMk id="10" creationId="{BD4B1877-839B-0518-87F7-D7A0D40F3446}"/>
          </ac:grpSpMkLst>
        </pc:grpChg>
        <pc:grpChg chg="mod">
          <ac:chgData name="Shawn West" userId="bcaf3c6b-bfc1-40d2-81dc-c3fa941236d7" providerId="ADAL" clId="{CF259755-F10C-4937-B302-97473785AF39}" dt="2025-06-25T14:06:51.734" v="724" actId="1038"/>
          <ac:grpSpMkLst>
            <pc:docMk/>
            <pc:sldMk cId="714305329" sldId="500"/>
            <ac:grpSpMk id="13" creationId="{8F2973AD-16FC-C789-B8D0-8D352D9C889D}"/>
          </ac:grpSpMkLst>
        </pc:grpChg>
        <pc:grpChg chg="mod">
          <ac:chgData name="Shawn West" userId="bcaf3c6b-bfc1-40d2-81dc-c3fa941236d7" providerId="ADAL" clId="{CF259755-F10C-4937-B302-97473785AF39}" dt="2025-06-25T14:12:17.814" v="763" actId="1037"/>
          <ac:grpSpMkLst>
            <pc:docMk/>
            <pc:sldMk cId="714305329" sldId="500"/>
            <ac:grpSpMk id="19" creationId="{B36C4D27-9E53-24F3-48F1-8D2C61825994}"/>
          </ac:grpSpMkLst>
        </pc:grpChg>
        <pc:grpChg chg="mod">
          <ac:chgData name="Shawn West" userId="bcaf3c6b-bfc1-40d2-81dc-c3fa941236d7" providerId="ADAL" clId="{CF259755-F10C-4937-B302-97473785AF39}" dt="2025-06-25T14:03:14.596" v="566" actId="14100"/>
          <ac:grpSpMkLst>
            <pc:docMk/>
            <pc:sldMk cId="714305329" sldId="500"/>
            <ac:grpSpMk id="26" creationId="{8B93F6B8-DF26-309B-0558-0C45BE65E1D7}"/>
          </ac:grpSpMkLst>
        </pc:grpChg>
        <pc:grpChg chg="add del">
          <ac:chgData name="Shawn West" userId="bcaf3c6b-bfc1-40d2-81dc-c3fa941236d7" providerId="ADAL" clId="{CF259755-F10C-4937-B302-97473785AF39}" dt="2025-06-25T14:04:14.750" v="594" actId="478"/>
          <ac:grpSpMkLst>
            <pc:docMk/>
            <pc:sldMk cId="714305329" sldId="500"/>
            <ac:grpSpMk id="31" creationId="{F4A7378C-235C-0365-3B5F-0AB9C38A5780}"/>
          </ac:grpSpMkLst>
        </pc:grpChg>
        <pc:grpChg chg="add mod">
          <ac:chgData name="Shawn West" userId="bcaf3c6b-bfc1-40d2-81dc-c3fa941236d7" providerId="ADAL" clId="{CF259755-F10C-4937-B302-97473785AF39}" dt="2025-06-27T11:24:13.557" v="1656" actId="1037"/>
          <ac:grpSpMkLst>
            <pc:docMk/>
            <pc:sldMk cId="714305329" sldId="500"/>
            <ac:grpSpMk id="36" creationId="{9856B4A4-E003-CCD4-9E58-349FB9EFF56D}"/>
          </ac:grpSpMkLst>
        </pc:grpChg>
        <pc:grpChg chg="mod">
          <ac:chgData name="Shawn West" userId="bcaf3c6b-bfc1-40d2-81dc-c3fa941236d7" providerId="ADAL" clId="{CF259755-F10C-4937-B302-97473785AF39}" dt="2025-06-25T14:04:55.463" v="659" actId="1037"/>
          <ac:grpSpMkLst>
            <pc:docMk/>
            <pc:sldMk cId="714305329" sldId="500"/>
            <ac:grpSpMk id="40" creationId="{4EB9B165-2009-F0A9-12DA-3AB32AEFC198}"/>
          </ac:grpSpMkLst>
        </pc:grpChg>
        <pc:grpChg chg="mod">
          <ac:chgData name="Shawn West" userId="bcaf3c6b-bfc1-40d2-81dc-c3fa941236d7" providerId="ADAL" clId="{CF259755-F10C-4937-B302-97473785AF39}" dt="2025-06-25T14:05:27.219" v="684" actId="14100"/>
          <ac:grpSpMkLst>
            <pc:docMk/>
            <pc:sldMk cId="714305329" sldId="500"/>
            <ac:grpSpMk id="41" creationId="{AD42663F-6CF3-7566-08E0-90824A0ECA2B}"/>
          </ac:grpSpMkLst>
        </pc:grpChg>
        <pc:grpChg chg="mod">
          <ac:chgData name="Shawn West" userId="bcaf3c6b-bfc1-40d2-81dc-c3fa941236d7" providerId="ADAL" clId="{CF259755-F10C-4937-B302-97473785AF39}" dt="2025-06-25T14:12:08.924" v="748" actId="1038"/>
          <ac:grpSpMkLst>
            <pc:docMk/>
            <pc:sldMk cId="714305329" sldId="500"/>
            <ac:grpSpMk id="42" creationId="{05631216-13DA-5093-E5D1-0CD509AE038C}"/>
          </ac:grpSpMkLst>
        </pc:grpChg>
        <pc:grpChg chg="add mod">
          <ac:chgData name="Shawn West" userId="bcaf3c6b-bfc1-40d2-81dc-c3fa941236d7" providerId="ADAL" clId="{CF259755-F10C-4937-B302-97473785AF39}" dt="2025-06-25T14:00:53.535" v="472" actId="1037"/>
          <ac:grpSpMkLst>
            <pc:docMk/>
            <pc:sldMk cId="714305329" sldId="500"/>
            <ac:grpSpMk id="77" creationId="{F556D103-676D-B108-17F5-4BB9A33F4A4B}"/>
          </ac:grpSpMkLst>
        </pc:grpChg>
        <pc:grpChg chg="add mod">
          <ac:chgData name="Shawn West" userId="bcaf3c6b-bfc1-40d2-81dc-c3fa941236d7" providerId="ADAL" clId="{CF259755-F10C-4937-B302-97473785AF39}" dt="2025-06-25T14:15:02.032" v="786" actId="1076"/>
          <ac:grpSpMkLst>
            <pc:docMk/>
            <pc:sldMk cId="714305329" sldId="500"/>
            <ac:grpSpMk id="81" creationId="{0FF1D650-AC56-3262-CEEC-2089B3160614}"/>
          </ac:grpSpMkLst>
        </pc:grpChg>
        <pc:grpChg chg="mod">
          <ac:chgData name="Shawn West" userId="bcaf3c6b-bfc1-40d2-81dc-c3fa941236d7" providerId="ADAL" clId="{CF259755-F10C-4937-B302-97473785AF39}" dt="2025-06-25T14:14:58.030" v="785"/>
          <ac:grpSpMkLst>
            <pc:docMk/>
            <pc:sldMk cId="714305329" sldId="500"/>
            <ac:grpSpMk id="82" creationId="{07D13732-603B-38D2-C6F0-100275FCDD91}"/>
          </ac:grpSpMkLst>
        </pc:grpChg>
        <pc:graphicFrameChg chg="modGraphic">
          <ac:chgData name="Shawn West" userId="bcaf3c6b-bfc1-40d2-81dc-c3fa941236d7" providerId="ADAL" clId="{CF259755-F10C-4937-B302-97473785AF39}" dt="2025-06-25T13:57:00.459" v="249" actId="14734"/>
          <ac:graphicFrameMkLst>
            <pc:docMk/>
            <pc:sldMk cId="714305329" sldId="500"/>
            <ac:graphicFrameMk id="3" creationId="{940E857F-9653-E211-EA12-1A6DCFFFDEE0}"/>
          </ac:graphicFrameMkLst>
        </pc:graphicFrameChg>
        <pc:graphicFrameChg chg="mod modGraphic">
          <ac:chgData name="Shawn West" userId="bcaf3c6b-bfc1-40d2-81dc-c3fa941236d7" providerId="ADAL" clId="{CF259755-F10C-4937-B302-97473785AF39}" dt="2025-06-25T14:13:00.370" v="764" actId="27107"/>
          <ac:graphicFrameMkLst>
            <pc:docMk/>
            <pc:sldMk cId="714305329" sldId="500"/>
            <ac:graphicFrameMk id="4" creationId="{46654F91-E40B-CF1B-875A-F148E80E42F7}"/>
          </ac:graphicFrameMkLst>
        </pc:graphicFrameChg>
        <pc:cxnChg chg="mod">
          <ac:chgData name="Shawn West" userId="bcaf3c6b-bfc1-40d2-81dc-c3fa941236d7" providerId="ADAL" clId="{CF259755-F10C-4937-B302-97473785AF39}" dt="2025-06-25T14:11:55.372" v="733" actId="14100"/>
          <ac:cxnSpMkLst>
            <pc:docMk/>
            <pc:sldMk cId="714305329" sldId="500"/>
            <ac:cxnSpMk id="22" creationId="{FD629DCA-28D3-DCD0-A069-1624A39FB7F8}"/>
          </ac:cxnSpMkLst>
        </pc:cxnChg>
      </pc:sldChg>
      <pc:sldChg chg="addSp modSp add del mod">
        <pc:chgData name="Shawn West" userId="bcaf3c6b-bfc1-40d2-81dc-c3fa941236d7" providerId="ADAL" clId="{CF259755-F10C-4937-B302-97473785AF39}" dt="2025-06-25T14:32:19.189" v="951" actId="47"/>
        <pc:sldMkLst>
          <pc:docMk/>
          <pc:sldMk cId="3785811974" sldId="501"/>
        </pc:sldMkLst>
      </pc:sldChg>
      <pc:sldChg chg="delSp modSp add del mod modCm">
        <pc:chgData name="Shawn West" userId="bcaf3c6b-bfc1-40d2-81dc-c3fa941236d7" providerId="ADAL" clId="{CF259755-F10C-4937-B302-97473785AF39}" dt="2025-06-25T14:29:14.311" v="919" actId="47"/>
        <pc:sldMkLst>
          <pc:docMk/>
          <pc:sldMk cId="4064222706" sldId="50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wn West" userId="bcaf3c6b-bfc1-40d2-81dc-c3fa941236d7" providerId="ADAL" clId="{CF259755-F10C-4937-B302-97473785AF39}" dt="2025-06-25T14:23:11.959" v="896" actId="6549"/>
              <pc2:cmMkLst xmlns:pc2="http://schemas.microsoft.com/office/powerpoint/2019/9/main/command">
                <pc:docMk/>
                <pc:sldMk cId="4064222706" sldId="501"/>
                <pc2:cmMk id="{302ED884-78AC-4758-8170-D58061F53984}"/>
              </pc2:cmMkLst>
            </pc226:cmChg>
          </p:ext>
        </pc:extLst>
      </pc:sldChg>
      <pc:sldChg chg="addSp delSp modSp add mod modNotesTx">
        <pc:chgData name="Shawn West" userId="bcaf3c6b-bfc1-40d2-81dc-c3fa941236d7" providerId="ADAL" clId="{CF259755-F10C-4937-B302-97473785AF39}" dt="2025-06-25T19:49:14.541" v="1201" actId="6549"/>
        <pc:sldMkLst>
          <pc:docMk/>
          <pc:sldMk cId="1589950104" sldId="502"/>
        </pc:sldMkLst>
        <pc:spChg chg="mod">
          <ac:chgData name="Shawn West" userId="bcaf3c6b-bfc1-40d2-81dc-c3fa941236d7" providerId="ADAL" clId="{CF259755-F10C-4937-B302-97473785AF39}" dt="2025-06-25T14:52:22.069" v="1005" actId="404"/>
          <ac:spMkLst>
            <pc:docMk/>
            <pc:sldMk cId="1589950104" sldId="502"/>
            <ac:spMk id="2" creationId="{237D141D-E8C8-B982-4B9C-47CB2461E021}"/>
          </ac:spMkLst>
        </pc:spChg>
        <pc:spChg chg="mod">
          <ac:chgData name="Shawn West" userId="bcaf3c6b-bfc1-40d2-81dc-c3fa941236d7" providerId="ADAL" clId="{CF259755-F10C-4937-B302-97473785AF39}" dt="2025-06-25T14:41:21.275" v="970" actId="20577"/>
          <ac:spMkLst>
            <pc:docMk/>
            <pc:sldMk cId="1589950104" sldId="502"/>
            <ac:spMk id="6" creationId="{47ECB31F-45EA-B1C4-E98B-012AB65441EA}"/>
          </ac:spMkLst>
        </pc:spChg>
      </pc:sldChg>
      <pc:sldChg chg="add del">
        <pc:chgData name="Shawn West" userId="bcaf3c6b-bfc1-40d2-81dc-c3fa941236d7" providerId="ADAL" clId="{CF259755-F10C-4937-B302-97473785AF39}" dt="2025-06-25T14:29:14.835" v="920" actId="47"/>
        <pc:sldMkLst>
          <pc:docMk/>
          <pc:sldMk cId="3545593078" sldId="502"/>
        </pc:sldMkLst>
      </pc:sldChg>
      <pc:sldChg chg="addSp modSp add mod modNotesTx">
        <pc:chgData name="Shawn West" userId="bcaf3c6b-bfc1-40d2-81dc-c3fa941236d7" providerId="ADAL" clId="{CF259755-F10C-4937-B302-97473785AF39}" dt="2025-06-25T19:49:17.724" v="1202" actId="6549"/>
        <pc:sldMkLst>
          <pc:docMk/>
          <pc:sldMk cId="1511918755" sldId="503"/>
        </pc:sldMkLst>
        <pc:spChg chg="mod">
          <ac:chgData name="Shawn West" userId="bcaf3c6b-bfc1-40d2-81dc-c3fa941236d7" providerId="ADAL" clId="{CF259755-F10C-4937-B302-97473785AF39}" dt="2025-06-25T14:52:16.554" v="1004" actId="404"/>
          <ac:spMkLst>
            <pc:docMk/>
            <pc:sldMk cId="1511918755" sldId="503"/>
            <ac:spMk id="2" creationId="{AE723A87-13F6-4C8F-F493-C2C538890FB3}"/>
          </ac:spMkLst>
        </pc:spChg>
        <pc:spChg chg="mod">
          <ac:chgData name="Shawn West" userId="bcaf3c6b-bfc1-40d2-81dc-c3fa941236d7" providerId="ADAL" clId="{CF259755-F10C-4937-B302-97473785AF39}" dt="2025-06-25T14:50:42.319" v="993" actId="20577"/>
          <ac:spMkLst>
            <pc:docMk/>
            <pc:sldMk cId="1511918755" sldId="503"/>
            <ac:spMk id="6" creationId="{918F632A-84C8-386A-41A6-4C208A184A5B}"/>
          </ac:spMkLst>
        </pc:spChg>
      </pc:sldChg>
      <pc:sldChg chg="addSp modSp add mod modNotesTx">
        <pc:chgData name="Shawn West" userId="bcaf3c6b-bfc1-40d2-81dc-c3fa941236d7" providerId="ADAL" clId="{CF259755-F10C-4937-B302-97473785AF39}" dt="2025-06-25T19:49:11.259" v="1200" actId="6549"/>
        <pc:sldMkLst>
          <pc:docMk/>
          <pc:sldMk cId="65312852" sldId="504"/>
        </pc:sldMkLst>
        <pc:spChg chg="mod">
          <ac:chgData name="Shawn West" userId="bcaf3c6b-bfc1-40d2-81dc-c3fa941236d7" providerId="ADAL" clId="{CF259755-F10C-4937-B302-97473785AF39}" dt="2025-06-25T15:06:20.064" v="1040" actId="20577"/>
          <ac:spMkLst>
            <pc:docMk/>
            <pc:sldMk cId="65312852" sldId="504"/>
            <ac:spMk id="2" creationId="{28427566-481B-68DE-187B-42D39D8A88F9}"/>
          </ac:spMkLst>
        </pc:spChg>
        <pc:spChg chg="mod">
          <ac:chgData name="Shawn West" userId="bcaf3c6b-bfc1-40d2-81dc-c3fa941236d7" providerId="ADAL" clId="{CF259755-F10C-4937-B302-97473785AF39}" dt="2025-06-25T14:56:16.491" v="1007"/>
          <ac:spMkLst>
            <pc:docMk/>
            <pc:sldMk cId="65312852" sldId="504"/>
            <ac:spMk id="6" creationId="{B11300A7-12E4-FCDE-78BC-D80527D2419E}"/>
          </ac:spMkLst>
        </pc:spChg>
        <pc:spChg chg="add mod">
          <ac:chgData name="Shawn West" userId="bcaf3c6b-bfc1-40d2-81dc-c3fa941236d7" providerId="ADAL" clId="{CF259755-F10C-4937-B302-97473785AF39}" dt="2025-06-25T14:58:44.176" v="1028" actId="404"/>
          <ac:spMkLst>
            <pc:docMk/>
            <pc:sldMk cId="65312852" sldId="504"/>
            <ac:spMk id="7" creationId="{F165AD78-6108-BB9D-5401-A78AFFD63A66}"/>
          </ac:spMkLst>
        </pc:spChg>
      </pc:sldChg>
      <pc:sldChg chg="addSp modSp add mod ord modNotesTx">
        <pc:chgData name="Shawn West" userId="bcaf3c6b-bfc1-40d2-81dc-c3fa941236d7" providerId="ADAL" clId="{CF259755-F10C-4937-B302-97473785AF39}" dt="2025-06-27T11:30:06.145" v="1693"/>
        <pc:sldMkLst>
          <pc:docMk/>
          <pc:sldMk cId="3707748751" sldId="505"/>
        </pc:sldMkLst>
        <pc:spChg chg="mod">
          <ac:chgData name="Shawn West" userId="bcaf3c6b-bfc1-40d2-81dc-c3fa941236d7" providerId="ADAL" clId="{CF259755-F10C-4937-B302-97473785AF39}" dt="2025-06-27T11:25:19.430" v="1674" actId="6549"/>
          <ac:spMkLst>
            <pc:docMk/>
            <pc:sldMk cId="3707748751" sldId="505"/>
            <ac:spMk id="2" creationId="{57E0CA37-DE69-39D8-9201-259F23020AD7}"/>
          </ac:spMkLst>
        </pc:spChg>
        <pc:spChg chg="mod">
          <ac:chgData name="Shawn West" userId="bcaf3c6b-bfc1-40d2-81dc-c3fa941236d7" providerId="ADAL" clId="{CF259755-F10C-4937-B302-97473785AF39}" dt="2025-06-25T19:40:42.331" v="1134" actId="20577"/>
          <ac:spMkLst>
            <pc:docMk/>
            <pc:sldMk cId="3707748751" sldId="505"/>
            <ac:spMk id="6" creationId="{848E7924-905A-2614-D7A5-32A814ADF2C9}"/>
          </ac:spMkLst>
        </pc:spChg>
      </pc:sldChg>
      <pc:sldChg chg="addSp modSp add mod modNotesTx">
        <pc:chgData name="Shawn West" userId="bcaf3c6b-bfc1-40d2-81dc-c3fa941236d7" providerId="ADAL" clId="{CF259755-F10C-4937-B302-97473785AF39}" dt="2025-06-27T11:32:23.065" v="1726" actId="6549"/>
        <pc:sldMkLst>
          <pc:docMk/>
          <pc:sldMk cId="3629285805" sldId="506"/>
        </pc:sldMkLst>
        <pc:spChg chg="mod">
          <ac:chgData name="Shawn West" userId="bcaf3c6b-bfc1-40d2-81dc-c3fa941236d7" providerId="ADAL" clId="{CF259755-F10C-4937-B302-97473785AF39}" dt="2025-06-25T21:56:46.189" v="1628" actId="20577"/>
          <ac:spMkLst>
            <pc:docMk/>
            <pc:sldMk cId="3629285805" sldId="506"/>
            <ac:spMk id="2" creationId="{F3EECCF6-883C-2AF3-FAE4-D56BAB379C97}"/>
          </ac:spMkLst>
        </pc:spChg>
        <pc:spChg chg="mod">
          <ac:chgData name="Shawn West" userId="bcaf3c6b-bfc1-40d2-81dc-c3fa941236d7" providerId="ADAL" clId="{CF259755-F10C-4937-B302-97473785AF39}" dt="2025-06-25T19:47:46.595" v="1197" actId="20577"/>
          <ac:spMkLst>
            <pc:docMk/>
            <pc:sldMk cId="3629285805" sldId="506"/>
            <ac:spMk id="6" creationId="{01FE94F4-3387-670D-60B6-F46E141A61D2}"/>
          </ac:spMkLst>
        </pc:spChg>
        <pc:graphicFrameChg chg="add mod modGraphic">
          <ac:chgData name="Shawn West" userId="bcaf3c6b-bfc1-40d2-81dc-c3fa941236d7" providerId="ADAL" clId="{CF259755-F10C-4937-B302-97473785AF39}" dt="2025-06-27T11:32:23.065" v="1726" actId="6549"/>
          <ac:graphicFrameMkLst>
            <pc:docMk/>
            <pc:sldMk cId="3629285805" sldId="506"/>
            <ac:graphicFrameMk id="7" creationId="{6380B856-82F8-A147-CAC7-988F74BAEFF7}"/>
          </ac:graphicFrameMkLst>
        </pc:graphicFrameChg>
        <pc:graphicFrameChg chg="add mod modGraphic">
          <ac:chgData name="Shawn West" userId="bcaf3c6b-bfc1-40d2-81dc-c3fa941236d7" providerId="ADAL" clId="{CF259755-F10C-4937-B302-97473785AF39}" dt="2025-06-25T21:52:04.970" v="1335" actId="1076"/>
          <ac:graphicFrameMkLst>
            <pc:docMk/>
            <pc:sldMk cId="3629285805" sldId="506"/>
            <ac:graphicFrameMk id="9" creationId="{30475F9B-BEE8-8AEC-7A79-29396E9B0C1B}"/>
          </ac:graphicFrameMkLst>
        </pc:graphicFrameChg>
      </pc:sldChg>
      <pc:sldChg chg="add del">
        <pc:chgData name="Shawn West" userId="bcaf3c6b-bfc1-40d2-81dc-c3fa941236d7" providerId="ADAL" clId="{CF259755-F10C-4937-B302-97473785AF39}" dt="2025-06-27T11:31:40.404" v="1696" actId="47"/>
        <pc:sldMkLst>
          <pc:docMk/>
          <pc:sldMk cId="4079745775" sldId="507"/>
        </pc:sldMkLst>
      </pc:sldChg>
    </pc:docChg>
  </pc:docChgLst>
</pc:chgInfo>
</file>

<file path=ppt/comments/modernComment_1F4_2A936F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E1FE74-62C9-450B-956E-47611C966045}" authorId="{8892B05B-E117-52AD-3F68-AE601404E83B}" created="2025-03-19T17:54:29.3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14305329" sldId="500"/>
      <ac:spMk id="2" creationId="{FE41FA45-FE5E-E5CF-6A39-94D74F0CABB1}"/>
    </ac:deMkLst>
    <p188:replyLst>
      <p188:reply id="{D0B3C560-6F10-4D9A-824E-9178A45213AD}" authorId="{8892B05B-E117-52AD-3F68-AE601404E83B}" created="2025-03-19T17:54:50.859">
        <p188:txBody>
          <a:bodyPr/>
          <a:lstStyle/>
          <a:p>
            <a:r>
              <a:rPr lang="en-US"/>
              <a:t>need these pages to edit/delete Product Name or Company Name records</a:t>
            </a:r>
          </a:p>
        </p188:txBody>
      </p188:reply>
      <p188:reply id="{26D4B4E8-D638-4B7F-98B5-ADAB9C1E3AD1}" authorId="{8892B05B-E117-52AD-3F68-AE601404E83B}" created="2025-03-19T17:55:36.329">
        <p188:txBody>
          <a:bodyPr/>
          <a:lstStyle/>
          <a:p>
            <a:r>
              <a:rPr lang="en-US"/>
              <a:t>Ability to add new field</a:t>
            </a:r>
          </a:p>
        </p188:txBody>
      </p188:reply>
    </p188:replyLst>
    <p188:txBody>
      <a:bodyPr/>
      <a:lstStyle/>
      <a:p>
        <a:r>
          <a:rPr lang="en-US"/>
          <a:t>Replace with larger model.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1904ED56-815F-4152-9F12-EA9FD3F07DC0}" type="datetimeFigureOut"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AFF60533-1213-4FCB-A4AA-C44494E2E2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1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AD00-E69E-A16B-149B-AD7F70F7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06B4-E429-4590-113E-1C02736FD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ACD48-E55A-106B-9489-91CFA7F5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F964-E166-88FC-B8EF-B948D5C8B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sngStrike" dirty="0"/>
              <a:t>Comments:</a:t>
            </a:r>
          </a:p>
          <a:p>
            <a:pPr marL="362448" indent="-362448">
              <a:buFont typeface="Symbol" panose="05050102010706020507" pitchFamily="18" charset="2"/>
              <a:buChar char="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S2: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See comment on page 46 may need these pages to edit/delete Product Name or Company Name records unless you can find another way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b="1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 you add a new field. Not represented anywhere. </a:t>
            </a:r>
            <a:endParaRPr lang="en-US" strike="sngStrik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(Roles) from site map.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there an API page – or is that all backend?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7.1.3 – see comments in section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you accounting for non-phase 1 on purpose? No this was missed when updating the documents.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Grayed Items: Some were intentionally removing.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3.3 – This would be clients and partners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needs to be interface for the Analyst to be able to add and edit new Product (and associate product category/type to it) and Company. Current DB has this happening in the Cert upload interface and separate pages.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7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7CA7-B25F-275B-8418-6968CF46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2E8EB-2D5D-5EEB-0A57-A1FBBB3BF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4CE5-10A7-BEC3-3985-8B16ED66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FA86-769E-0C0F-E061-65BAD4B10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2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5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9E64-0FB7-09FF-733D-DAA92BB8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5244D-7CF5-BAB9-0EFE-20A28A1D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4CCDF-F4D2-A7EE-072A-7C7335277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3E6C9-706E-394A-B895-FA0D66DF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42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09AF-59B4-9FEF-FE96-7D59590E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BAD96-4AE8-7A37-91F0-0A1615D3D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C25CE-265B-A8BC-66BB-43516F60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2EF8-37CC-B655-505F-5B408F14E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9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D31A-2159-88D2-590D-99608984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5539C-2F78-ABE3-A27B-55A27FF9A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145DB-73E2-4ABD-66FD-1CDAEF07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89E1-7EC5-01D7-E4C8-17530ADB0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6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94EE-5A03-BBC5-6B2C-0B73D577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F2C6A-9018-613B-20F8-35847D00A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7E22E-11CA-7549-FA6E-3F13503A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6B06-A622-C757-7734-17361352B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7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03" y="868054"/>
            <a:ext cx="10755297" cy="5139345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834C-2F9F-4134-A8A6-8D28F07BEAB5}" type="datetime1">
              <a:rPr lang="en-US" smtClean="0"/>
              <a:t>6/27/2025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48-3E80-40FE-82B7-08F610C8B0AF}" type="datetime1">
              <a:rPr lang="en-US" smtClean="0"/>
              <a:t>6/27/2025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2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6A89-B657-4E56-81EA-47AEC42B3D30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7280F5-7666-28EA-35DD-86411B89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CFD0E2-6DB6-48B0-A00E-AF2C677C1319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C5E615-12C4-4709-B50C-4AFC9D577141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504" y="898733"/>
            <a:ext cx="53990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504" y="1800520"/>
            <a:ext cx="5399072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9727" y="898733"/>
            <a:ext cx="542566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727" y="1800520"/>
            <a:ext cx="5425661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516FE9-DAFF-4019-B1DF-FCD5398715BB}" type="datetime1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57E462-421E-68A0-EA15-ACBC76D2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DEACDC-4FA8-4934-9E2F-B8BAA099B586}" type="datetime1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4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E9538-4AA9-4306-AAAC-5D9AE10FAA03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62E-171E-47EC-8BDD-63B9658BD71F}" type="datetime1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72" y="932485"/>
            <a:ext cx="10717627" cy="5110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DDE8F-1896-42B2-B75E-118659C1A926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117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16857A67-82BF-0CC1-2736-42AF2618A6C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093" y="6270021"/>
            <a:ext cx="1564607" cy="43369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E79D129-442B-01DD-C2C5-E6EF3B967137}"/>
              </a:ext>
            </a:extLst>
          </p:cNvPr>
          <p:cNvSpPr txBox="1">
            <a:spLocks/>
          </p:cNvSpPr>
          <p:nvPr userDrawn="1"/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DD846F1-3040-CF69-75AE-EA6E3AE7A307}"/>
              </a:ext>
            </a:extLst>
          </p:cNvPr>
          <p:cNvSpPr txBox="1">
            <a:spLocks/>
          </p:cNvSpPr>
          <p:nvPr userDrawn="1"/>
        </p:nvSpPr>
        <p:spPr>
          <a:xfrm>
            <a:off x="750903" y="3463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1" r:id="rId4"/>
    <p:sldLayoutId id="2147483663" r:id="rId5"/>
    <p:sldLayoutId id="2147483665" r:id="rId6"/>
    <p:sldLayoutId id="2147483667" r:id="rId7"/>
    <p:sldLayoutId id="2147483668" r:id="rId8"/>
    <p:sldLayoutId id="2147483669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4_2A936F3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lant">
            <a:extLst>
              <a:ext uri="{FF2B5EF4-FFF2-40B4-BE49-F238E27FC236}">
                <a16:creationId xmlns:a16="http://schemas.microsoft.com/office/drawing/2014/main" id="{C9BB5349-530B-507F-95E8-CB0925B28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0" b="10035"/>
          <a:stretch>
            <a:fillRect/>
          </a:stretch>
        </p:blipFill>
        <p:spPr>
          <a:xfrm>
            <a:off x="-1" y="1114424"/>
            <a:ext cx="12192001" cy="5055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2D8BCD-86CA-7D6C-C1E4-D5F9AA3D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76603" cy="11144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GreenCircle Certified Database Project</a:t>
            </a:r>
          </a:p>
        </p:txBody>
      </p:sp>
      <p:pic>
        <p:nvPicPr>
          <p:cNvPr id="1030" name="Picture 6" descr="Green Circle Certified">
            <a:extLst>
              <a:ext uri="{FF2B5EF4-FFF2-40B4-BE49-F238E27FC236}">
                <a16:creationId xmlns:a16="http://schemas.microsoft.com/office/drawing/2014/main" id="{ACDED094-9C2C-2C27-915F-2E49AB79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731" y="217346"/>
            <a:ext cx="1143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C500507-CB45-8600-884F-3826F095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E86E-37E5-4543-A6EB-A0C93BD06DFB}" type="datetime1">
              <a:rPr lang="en-US" smtClean="0"/>
              <a:t>6/27/2025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A481C8B-53E8-D429-7340-0A13268C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2265E-E3BD-C8E7-5B8E-FAF4E3557BF7}"/>
              </a:ext>
            </a:extLst>
          </p:cNvPr>
          <p:cNvSpPr/>
          <p:nvPr/>
        </p:nvSpPr>
        <p:spPr>
          <a:xfrm>
            <a:off x="-836446" y="1887782"/>
            <a:ext cx="866178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Status and Timeline Updates</a:t>
            </a:r>
            <a:endParaRPr lang="en-US" sz="5400" b="1" cap="none" spc="0" dirty="0">
              <a:ln w="0"/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0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5FD6-4D70-7CD0-45BA-91C1D4C4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A45-FE5E-E5CF-6A39-94D74F0C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Project Timeline Updates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DE2AE-240C-7653-4884-72C26BEC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6/27/2025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826AEB-D6E3-A182-02FF-41BD7474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0E857F-9653-E211-EA12-1A6DCFFFD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24963"/>
              </p:ext>
            </p:extLst>
          </p:nvPr>
        </p:nvGraphicFramePr>
        <p:xfrm>
          <a:off x="474604" y="637308"/>
          <a:ext cx="11242488" cy="391232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33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86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Tasks</a:t>
                      </a:r>
                    </a:p>
                  </a:txBody>
                  <a:tcPr marL="101672" marR="101672" marT="50836" marB="50836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Timeline</a:t>
                      </a: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54F91-E40B-CF1B-875A-F148E80E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242873"/>
              </p:ext>
            </p:extLst>
          </p:nvPr>
        </p:nvGraphicFramePr>
        <p:xfrm>
          <a:off x="474604" y="1021313"/>
          <a:ext cx="11242488" cy="4252553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349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52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52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927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675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Start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6/23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6/30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000953"/>
                  </a:ext>
                </a:extLst>
              </a:tr>
              <a:tr h="2699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End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6/27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Requirements &amp; Wireframes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Design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Architecture / Environment Setup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Database Expansion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API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0935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 Acceptance Testing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Deployment &amp; Configuration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Documentation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15">
            <a:extLst>
              <a:ext uri="{FF2B5EF4-FFF2-40B4-BE49-F238E27FC236}">
                <a16:creationId xmlns:a16="http://schemas.microsoft.com/office/drawing/2014/main" id="{BD4B1877-839B-0518-87F7-D7A0D40F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742723" y="2505194"/>
            <a:ext cx="1042062" cy="164592"/>
            <a:chOff x="2157548" y="2233748"/>
            <a:chExt cx="3709852" cy="204652"/>
          </a:xfrm>
        </p:grpSpPr>
        <p:sp>
          <p:nvSpPr>
            <p:cNvPr id="11" name="Rounded Rectangle 42">
              <a:extLst>
                <a:ext uri="{FF2B5EF4-FFF2-40B4-BE49-F238E27FC236}">
                  <a16:creationId xmlns:a16="http://schemas.microsoft.com/office/drawing/2014/main" id="{6E0C988A-C0FB-983F-8726-EE1717789288}"/>
                </a:ext>
              </a:extLst>
            </p:cNvPr>
            <p:cNvSpPr/>
            <p:nvPr/>
          </p:nvSpPr>
          <p:spPr>
            <a:xfrm>
              <a:off x="2157548" y="2233748"/>
              <a:ext cx="3709852" cy="20465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Rounded Rectangle 43">
              <a:extLst>
                <a:ext uri="{FF2B5EF4-FFF2-40B4-BE49-F238E27FC236}">
                  <a16:creationId xmlns:a16="http://schemas.microsoft.com/office/drawing/2014/main" id="{9EFB64B8-9E4D-3227-5822-D7D3DCD2AD81}"/>
                </a:ext>
              </a:extLst>
            </p:cNvPr>
            <p:cNvSpPr/>
            <p:nvPr/>
          </p:nvSpPr>
          <p:spPr>
            <a:xfrm>
              <a:off x="2207622" y="2259874"/>
              <a:ext cx="3630168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8F2973AD-16FC-C789-B8D0-8D352D9C8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14967" y="3348832"/>
            <a:ext cx="1562127" cy="164592"/>
            <a:chOff x="1371600" y="1905000"/>
            <a:chExt cx="1828800" cy="228600"/>
          </a:xfrm>
        </p:grpSpPr>
        <p:sp>
          <p:nvSpPr>
            <p:cNvPr id="14" name="Rounded Rectangle 54">
              <a:extLst>
                <a:ext uri="{FF2B5EF4-FFF2-40B4-BE49-F238E27FC236}">
                  <a16:creationId xmlns:a16="http://schemas.microsoft.com/office/drawing/2014/main" id="{26D34367-3DA8-59BF-EE95-8F53482C11DD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5" name="Rounded Rectangle 55">
              <a:extLst>
                <a:ext uri="{FF2B5EF4-FFF2-40B4-BE49-F238E27FC236}">
                  <a16:creationId xmlns:a16="http://schemas.microsoft.com/office/drawing/2014/main" id="{1487C89C-B9EB-ED1A-BD51-0DD654909223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B36C4D27-9E53-24F3-48F1-8D2C61825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84201" y="4954625"/>
            <a:ext cx="710058" cy="164592"/>
            <a:chOff x="1371600" y="1905000"/>
            <a:chExt cx="1828800" cy="228600"/>
          </a:xfrm>
        </p:grpSpPr>
        <p:sp>
          <p:nvSpPr>
            <p:cNvPr id="20" name="Rounded Rectangle 60">
              <a:extLst>
                <a:ext uri="{FF2B5EF4-FFF2-40B4-BE49-F238E27FC236}">
                  <a16:creationId xmlns:a16="http://schemas.microsoft.com/office/drawing/2014/main" id="{A2D2E656-0AEC-A3D3-237E-0098AECA2C68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Rounded Rectangle 61">
              <a:extLst>
                <a:ext uri="{FF2B5EF4-FFF2-40B4-BE49-F238E27FC236}">
                  <a16:creationId xmlns:a16="http://schemas.microsoft.com/office/drawing/2014/main" id="{D5F5FEAC-6042-F927-12D9-0D73C7567DD6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8B93F6B8-DF26-309B-0558-0C45BE65E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83943" y="2973249"/>
            <a:ext cx="2201277" cy="172751"/>
            <a:chOff x="1359045" y="1905000"/>
            <a:chExt cx="1841355" cy="228600"/>
          </a:xfrm>
        </p:grpSpPr>
        <p:sp>
          <p:nvSpPr>
            <p:cNvPr id="27" name="Rounded Rectangle 54">
              <a:extLst>
                <a:ext uri="{FF2B5EF4-FFF2-40B4-BE49-F238E27FC236}">
                  <a16:creationId xmlns:a16="http://schemas.microsoft.com/office/drawing/2014/main" id="{3736BF5A-1C32-77AD-B524-64F0C14C50D3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Rounded Rectangle 55">
              <a:extLst>
                <a:ext uri="{FF2B5EF4-FFF2-40B4-BE49-F238E27FC236}">
                  <a16:creationId xmlns:a16="http://schemas.microsoft.com/office/drawing/2014/main" id="{48D40ABA-0271-8F4A-CF83-F3AA4AB64BEE}"/>
                </a:ext>
              </a:extLst>
            </p:cNvPr>
            <p:cNvSpPr/>
            <p:nvPr/>
          </p:nvSpPr>
          <p:spPr>
            <a:xfrm>
              <a:off x="1359045" y="1931126"/>
              <a:ext cx="1737361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631216-13DA-5093-E5D1-0CD509AE038C}"/>
              </a:ext>
            </a:extLst>
          </p:cNvPr>
          <p:cNvGrpSpPr/>
          <p:nvPr/>
        </p:nvGrpSpPr>
        <p:grpSpPr>
          <a:xfrm>
            <a:off x="10599616" y="4525678"/>
            <a:ext cx="1028803" cy="274299"/>
            <a:chOff x="10304661" y="4557434"/>
            <a:chExt cx="988648" cy="274299"/>
          </a:xfrm>
        </p:grpSpPr>
        <p:grpSp>
          <p:nvGrpSpPr>
            <p:cNvPr id="23" name="Group 33">
              <a:extLst>
                <a:ext uri="{FF2B5EF4-FFF2-40B4-BE49-F238E27FC236}">
                  <a16:creationId xmlns:a16="http://schemas.microsoft.com/office/drawing/2014/main" id="{5183D198-74E1-FB24-F1A8-D7D9800D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0304661" y="4612947"/>
              <a:ext cx="859170" cy="164592"/>
              <a:chOff x="1371600" y="1905000"/>
              <a:chExt cx="1828800" cy="228600"/>
            </a:xfrm>
          </p:grpSpPr>
          <p:sp>
            <p:nvSpPr>
              <p:cNvPr id="24" name="Rounded Rectangle 60">
                <a:extLst>
                  <a:ext uri="{FF2B5EF4-FFF2-40B4-BE49-F238E27FC236}">
                    <a16:creationId xmlns:a16="http://schemas.microsoft.com/office/drawing/2014/main" id="{E07D2CF2-7EE2-95E4-CB8A-670126C0403C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Rounded Rectangle 61">
                <a:extLst>
                  <a:ext uri="{FF2B5EF4-FFF2-40B4-BE49-F238E27FC236}">
                    <a16:creationId xmlns:a16="http://schemas.microsoft.com/office/drawing/2014/main" id="{EEECB5E2-96BF-87B8-23CE-528EE6F62D75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9" name="Flowchart: Decision 36">
              <a:extLst>
                <a:ext uri="{FF2B5EF4-FFF2-40B4-BE49-F238E27FC236}">
                  <a16:creationId xmlns:a16="http://schemas.microsoft.com/office/drawing/2014/main" id="{A022F740-49F7-76F1-148C-3E0DD8805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033410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42663F-6CF3-7566-08E0-90824A0ECA2B}"/>
              </a:ext>
            </a:extLst>
          </p:cNvPr>
          <p:cNvGrpSpPr/>
          <p:nvPr/>
        </p:nvGrpSpPr>
        <p:grpSpPr>
          <a:xfrm>
            <a:off x="9394257" y="4086498"/>
            <a:ext cx="1058775" cy="274299"/>
            <a:chOff x="9815102" y="4089378"/>
            <a:chExt cx="801273" cy="274299"/>
          </a:xfrm>
        </p:grpSpPr>
        <p:grpSp>
          <p:nvGrpSpPr>
            <p:cNvPr id="16" name="Group 30">
              <a:extLst>
                <a:ext uri="{FF2B5EF4-FFF2-40B4-BE49-F238E27FC236}">
                  <a16:creationId xmlns:a16="http://schemas.microsoft.com/office/drawing/2014/main" id="{DC1410A2-1258-EFB0-C066-0080A20F4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9815102" y="4151369"/>
              <a:ext cx="698378" cy="164592"/>
              <a:chOff x="1371600" y="1905000"/>
              <a:chExt cx="1828800" cy="228600"/>
            </a:xfrm>
          </p:grpSpPr>
          <p:sp>
            <p:nvSpPr>
              <p:cNvPr id="17" name="Rounded Rectangle 57">
                <a:extLst>
                  <a:ext uri="{FF2B5EF4-FFF2-40B4-BE49-F238E27FC236}">
                    <a16:creationId xmlns:a16="http://schemas.microsoft.com/office/drawing/2014/main" id="{14CA68B9-88CC-D2B6-812C-49496C773F59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Rounded Rectangle 58">
                <a:extLst>
                  <a:ext uri="{FF2B5EF4-FFF2-40B4-BE49-F238E27FC236}">
                    <a16:creationId xmlns:a16="http://schemas.microsoft.com/office/drawing/2014/main" id="{2B78640F-BE72-E289-A7E8-A26C506ED987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0" name="Flowchart: Decision 36">
              <a:extLst>
                <a:ext uri="{FF2B5EF4-FFF2-40B4-BE49-F238E27FC236}">
                  <a16:creationId xmlns:a16="http://schemas.microsoft.com/office/drawing/2014/main" id="{4D09D823-131B-45C0-3CFD-5E1A1D6E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19701" y="4089378"/>
              <a:ext cx="196674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4EE3EBBC-1176-3FAF-6244-16B3777A5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29829" y="1691597"/>
            <a:ext cx="514337" cy="173698"/>
            <a:chOff x="1371600" y="1905000"/>
            <a:chExt cx="2667000" cy="228600"/>
          </a:xfrm>
        </p:grpSpPr>
        <p:sp>
          <p:nvSpPr>
            <p:cNvPr id="6" name="Rounded Rectangle 38">
              <a:extLst>
                <a:ext uri="{FF2B5EF4-FFF2-40B4-BE49-F238E27FC236}">
                  <a16:creationId xmlns:a16="http://schemas.microsoft.com/office/drawing/2014/main" id="{767019E9-E709-DEFB-B2FE-AD8403AD4B8B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9" name="Rounded Rectangle 40">
              <a:extLst>
                <a:ext uri="{FF2B5EF4-FFF2-40B4-BE49-F238E27FC236}">
                  <a16:creationId xmlns:a16="http://schemas.microsoft.com/office/drawing/2014/main" id="{58548815-D276-20DC-A8EF-2A1D5B11911B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E6FFEB4-FD6D-899B-DD29-36DE75905B23}"/>
              </a:ext>
            </a:extLst>
          </p:cNvPr>
          <p:cNvSpPr txBox="1"/>
          <p:nvPr/>
        </p:nvSpPr>
        <p:spPr>
          <a:xfrm>
            <a:off x="474604" y="5365745"/>
            <a:ext cx="4457706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Milestones: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6/27 – Wireframes &amp; Requirement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9/5 – Development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9/19 –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10/3 – Go live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B9B165-2009-F0A9-12DA-3AB32AEFC198}"/>
              </a:ext>
            </a:extLst>
          </p:cNvPr>
          <p:cNvGrpSpPr/>
          <p:nvPr/>
        </p:nvGrpSpPr>
        <p:grpSpPr>
          <a:xfrm>
            <a:off x="5320171" y="3722474"/>
            <a:ext cx="2194176" cy="274299"/>
            <a:chOff x="7276264" y="3589902"/>
            <a:chExt cx="2622177" cy="274299"/>
          </a:xfrm>
        </p:grpSpPr>
        <p:grpSp>
          <p:nvGrpSpPr>
            <p:cNvPr id="31" name="Group 27">
              <a:extLst>
                <a:ext uri="{FF2B5EF4-FFF2-40B4-BE49-F238E27FC236}">
                  <a16:creationId xmlns:a16="http://schemas.microsoft.com/office/drawing/2014/main" id="{F4A7378C-235C-0365-3B5F-0AB9C38A5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276264" y="3644756"/>
              <a:ext cx="2515822" cy="164592"/>
              <a:chOff x="1371597" y="1905000"/>
              <a:chExt cx="1828800" cy="228600"/>
            </a:xfrm>
          </p:grpSpPr>
          <p:sp>
            <p:nvSpPr>
              <p:cNvPr id="32" name="Rounded Rectangle 54">
                <a:extLst>
                  <a:ext uri="{FF2B5EF4-FFF2-40B4-BE49-F238E27FC236}">
                    <a16:creationId xmlns:a16="http://schemas.microsoft.com/office/drawing/2014/main" id="{3782AB8C-E741-D739-4718-15FB1759317A}"/>
                  </a:ext>
                </a:extLst>
              </p:cNvPr>
              <p:cNvSpPr/>
              <p:nvPr/>
            </p:nvSpPr>
            <p:spPr>
              <a:xfrm>
                <a:off x="1371597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Rounded Rectangle 55">
                <a:extLst>
                  <a:ext uri="{FF2B5EF4-FFF2-40B4-BE49-F238E27FC236}">
                    <a16:creationId xmlns:a16="http://schemas.microsoft.com/office/drawing/2014/main" id="{6ED5BBC1-80FB-723C-33B6-E5A1036EEA18}"/>
                  </a:ext>
                </a:extLst>
              </p:cNvPr>
              <p:cNvSpPr/>
              <p:nvPr/>
            </p:nvSpPr>
            <p:spPr>
              <a:xfrm>
                <a:off x="1421674" y="1931125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5" name="Flowchart: Decision 36">
              <a:extLst>
                <a:ext uri="{FF2B5EF4-FFF2-40B4-BE49-F238E27FC236}">
                  <a16:creationId xmlns:a16="http://schemas.microsoft.com/office/drawing/2014/main" id="{6E3EA9A9-B0EC-F07C-1FD7-0C4E742E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15690" y="3589902"/>
              <a:ext cx="282751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29DCA-28D3-DCD0-A069-1624A39FB7F8}"/>
              </a:ext>
            </a:extLst>
          </p:cNvPr>
          <p:cNvCxnSpPr>
            <a:cxnSpLocks/>
          </p:cNvCxnSpPr>
          <p:nvPr/>
        </p:nvCxnSpPr>
        <p:spPr>
          <a:xfrm>
            <a:off x="3113492" y="1028540"/>
            <a:ext cx="11834" cy="42453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D8A5413-10E2-D9E1-6151-7BA66CD6AD07}"/>
              </a:ext>
            </a:extLst>
          </p:cNvPr>
          <p:cNvSpPr txBox="1"/>
          <p:nvPr/>
        </p:nvSpPr>
        <p:spPr>
          <a:xfrm>
            <a:off x="5729391" y="5365745"/>
            <a:ext cx="5649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Coordination: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9/8 – 9/19 : Business Acceptance Testing, Defect Resolution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9/8 – 9/19 : API Testing with Amazon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9/22 – 10/3 : Deployment Activities</a:t>
            </a:r>
          </a:p>
          <a:p>
            <a:endParaRPr lang="en-US" sz="1200" dirty="0">
              <a:latin typeface="Century Gothic" panose="020B0502020202020204" pitchFamily="34" charset="0"/>
            </a:endParaRPr>
          </a:p>
        </p:txBody>
      </p:sp>
      <p:grpSp>
        <p:nvGrpSpPr>
          <p:cNvPr id="77" name="Group 33">
            <a:extLst>
              <a:ext uri="{FF2B5EF4-FFF2-40B4-BE49-F238E27FC236}">
                <a16:creationId xmlns:a16="http://schemas.microsoft.com/office/drawing/2014/main" id="{F556D103-676D-B108-17F5-4BB9A33F4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39486" y="2116356"/>
            <a:ext cx="508447" cy="178870"/>
            <a:chOff x="1371600" y="1905000"/>
            <a:chExt cx="1828800" cy="228600"/>
          </a:xfrm>
          <a:solidFill>
            <a:srgbClr val="4A66AC"/>
          </a:solidFill>
        </p:grpSpPr>
        <p:sp>
          <p:nvSpPr>
            <p:cNvPr id="78" name="Rounded Rectangle 60">
              <a:extLst>
                <a:ext uri="{FF2B5EF4-FFF2-40B4-BE49-F238E27FC236}">
                  <a16:creationId xmlns:a16="http://schemas.microsoft.com/office/drawing/2014/main" id="{032A9AA3-4C44-E94E-99BD-CCBBE2569CBF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79" name="Rounded Rectangle 61">
              <a:extLst>
                <a:ext uri="{FF2B5EF4-FFF2-40B4-BE49-F238E27FC236}">
                  <a16:creationId xmlns:a16="http://schemas.microsoft.com/office/drawing/2014/main" id="{C24B58AC-32A2-1CB5-874E-F596C98892B4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FF1D650-AC56-3262-CEEC-2089B3160614}"/>
              </a:ext>
            </a:extLst>
          </p:cNvPr>
          <p:cNvGrpSpPr/>
          <p:nvPr/>
        </p:nvGrpSpPr>
        <p:grpSpPr>
          <a:xfrm>
            <a:off x="4172733" y="2051536"/>
            <a:ext cx="1028803" cy="274299"/>
            <a:chOff x="10304661" y="4557434"/>
            <a:chExt cx="988648" cy="274299"/>
          </a:xfrm>
        </p:grpSpPr>
        <p:grpSp>
          <p:nvGrpSpPr>
            <p:cNvPr id="82" name="Group 33">
              <a:extLst>
                <a:ext uri="{FF2B5EF4-FFF2-40B4-BE49-F238E27FC236}">
                  <a16:creationId xmlns:a16="http://schemas.microsoft.com/office/drawing/2014/main" id="{07D13732-603B-38D2-C6F0-100275FCD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0304661" y="4612947"/>
              <a:ext cx="859170" cy="164592"/>
              <a:chOff x="1371600" y="1905000"/>
              <a:chExt cx="1828800" cy="228600"/>
            </a:xfrm>
          </p:grpSpPr>
          <p:sp>
            <p:nvSpPr>
              <p:cNvPr id="84" name="Rounded Rectangle 60">
                <a:extLst>
                  <a:ext uri="{FF2B5EF4-FFF2-40B4-BE49-F238E27FC236}">
                    <a16:creationId xmlns:a16="http://schemas.microsoft.com/office/drawing/2014/main" id="{15DF55CD-017F-4648-F47B-0955A2DF1B8A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85" name="Rounded Rectangle 61">
                <a:extLst>
                  <a:ext uri="{FF2B5EF4-FFF2-40B4-BE49-F238E27FC236}">
                    <a16:creationId xmlns:a16="http://schemas.microsoft.com/office/drawing/2014/main" id="{5D256B30-C36F-8FF7-EF48-2A360A77782B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83" name="Flowchart: Decision 36">
              <a:extLst>
                <a:ext uri="{FF2B5EF4-FFF2-40B4-BE49-F238E27FC236}">
                  <a16:creationId xmlns:a16="http://schemas.microsoft.com/office/drawing/2014/main" id="{EF502890-A4AE-37D3-28B4-75BE078B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033410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oup 11">
            <a:extLst>
              <a:ext uri="{FF2B5EF4-FFF2-40B4-BE49-F238E27FC236}">
                <a16:creationId xmlns:a16="http://schemas.microsoft.com/office/drawing/2014/main" id="{9856B4A4-E003-CCD4-9E58-349FB9EFF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00005" y="1693156"/>
            <a:ext cx="263936" cy="173698"/>
            <a:chOff x="1371600" y="1905000"/>
            <a:chExt cx="2667000" cy="228600"/>
          </a:xfrm>
        </p:grpSpPr>
        <p:sp>
          <p:nvSpPr>
            <p:cNvPr id="38" name="Rounded Rectangle 38">
              <a:extLst>
                <a:ext uri="{FF2B5EF4-FFF2-40B4-BE49-F238E27FC236}">
                  <a16:creationId xmlns:a16="http://schemas.microsoft.com/office/drawing/2014/main" id="{8B702A34-06DF-356B-53DE-D0142ECB4A31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9" name="Rounded Rectangle 40">
              <a:extLst>
                <a:ext uri="{FF2B5EF4-FFF2-40B4-BE49-F238E27FC236}">
                  <a16:creationId xmlns:a16="http://schemas.microsoft.com/office/drawing/2014/main" id="{900FDDD8-94F5-D7F7-3E7E-D4E01224594D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Flowchart: Decision 36">
            <a:extLst>
              <a:ext uri="{FF2B5EF4-FFF2-40B4-BE49-F238E27FC236}">
                <a16:creationId xmlns:a16="http://schemas.microsoft.com/office/drawing/2014/main" id="{A89F0AC9-7D1A-3854-7B70-0CE168446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20500" y="1630901"/>
            <a:ext cx="25989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053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25350-4A05-E2A5-07B6-8813C2772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"/>
          <a:stretch>
            <a:fillRect/>
          </a:stretch>
        </p:blipFill>
        <p:spPr>
          <a:xfrm>
            <a:off x="311695" y="1105133"/>
            <a:ext cx="11787963" cy="4890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BB939-F120-A1CA-2A1D-92C29E99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83" t="7576" b="78093"/>
          <a:stretch/>
        </p:blipFill>
        <p:spPr>
          <a:xfrm>
            <a:off x="9516492" y="121371"/>
            <a:ext cx="2583166" cy="949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61E5B-27FF-33A6-80EC-FC074130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GreenCircle Certified Database Site Map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9F5C0-52DA-DF94-2FBE-5D1E855C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6/27/2025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24D69F-4E32-59D8-62AB-5F97C38E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E4D06-E6D9-C763-0B86-D938D124541E}"/>
              </a:ext>
            </a:extLst>
          </p:cNvPr>
          <p:cNvSpPr txBox="1"/>
          <p:nvPr/>
        </p:nvSpPr>
        <p:spPr>
          <a:xfrm>
            <a:off x="302439" y="5603816"/>
            <a:ext cx="4848448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Assumptions: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Certificate List 1.0 is a different page than Certificates 3.0.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Admin will have the ability to Add, Edit or Delete a Certificate, Company, Products,  Users, Certificate Type, Product Types and Tags.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6F484-B1DD-E163-3259-5895CE3F6EAE}"/>
              </a:ext>
            </a:extLst>
          </p:cNvPr>
          <p:cNvSpPr txBox="1"/>
          <p:nvPr/>
        </p:nvSpPr>
        <p:spPr>
          <a:xfrm>
            <a:off x="5252485" y="4569142"/>
            <a:ext cx="3427058" cy="19697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Notes: 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CRUD: [Create, Read, Update, Delete] – Wireframes include the details of the screens.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Notifications &amp; Alerts: Color-coded: Green for success, Red for errors, Yellow for warnings, Blue/gray for info)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dirty="0">
                <a:latin typeface="Century Gothic" panose="020B0502020202020204" pitchFamily="34" charset="0"/>
              </a:rPr>
              <a:t>Sign-up Registration will be included but hidden and disabled for all users except the admin.</a:t>
            </a:r>
            <a:endParaRPr lang="en-US" sz="1100" b="0" i="0" u="none" strike="noStrike" baseline="0" dirty="0">
              <a:latin typeface="Century Gothic" panose="020B0502020202020204" pitchFamily="34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2A39-4808-D1C5-1C2D-4C77A0CB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0CA37-DE69-39D8-9201-259F2302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adjusted timeline provides:</a:t>
            </a:r>
          </a:p>
          <a:p>
            <a:pPr lvl="1"/>
            <a:r>
              <a:rPr lang="en-US" sz="1600" dirty="0"/>
              <a:t>Adequate time for comprehensive development of expanded features</a:t>
            </a:r>
          </a:p>
          <a:p>
            <a:pPr lvl="1"/>
            <a:r>
              <a:rPr lang="en-US" sz="1600" dirty="0"/>
              <a:t>Proper testing cycles for the enhanced functionality</a:t>
            </a:r>
          </a:p>
          <a:p>
            <a:pPr lvl="1"/>
            <a:r>
              <a:rPr lang="en-US" sz="1600" dirty="0"/>
              <a:t>Quality assurance for the more complex integrations</a:t>
            </a:r>
          </a:p>
          <a:p>
            <a:pPr lvl="1"/>
            <a:r>
              <a:rPr lang="en-US" sz="1600" dirty="0"/>
              <a:t>Stakeholder alignment on enhanced deliverables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Scope Evolution Highlights:</a:t>
            </a:r>
          </a:p>
          <a:p>
            <a:pPr lvl="1"/>
            <a:r>
              <a:rPr lang="en-US" sz="1600" dirty="0"/>
              <a:t>Enhanced Security Features - MFA, audit logging, role-based permissions</a:t>
            </a:r>
          </a:p>
          <a:p>
            <a:pPr lvl="1"/>
            <a:r>
              <a:rPr lang="en-US" sz="1600" dirty="0"/>
              <a:t>Advanced User Experience - Infinite scrolling, improved filtering, mobile considerations</a:t>
            </a:r>
          </a:p>
          <a:p>
            <a:pPr lvl="1"/>
            <a:r>
              <a:rPr lang="en-US" sz="1600" dirty="0"/>
              <a:t>Complex Data Management - Sophisticated product ID handling, multi-partner associations</a:t>
            </a:r>
          </a:p>
          <a:p>
            <a:pPr lvl="1"/>
            <a:r>
              <a:rPr lang="en-US" sz="1600" dirty="0"/>
              <a:t>Extended User Types - External partners, varied client access models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6EDC-B6C6-A099-DEC4-82C079A8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3A54-41C8-CA0E-841B-8085AE95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8E7924-905A-2614-D7A5-32A814A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October 3</a:t>
            </a:r>
            <a:r>
              <a:rPr lang="en-US" sz="2800" baseline="30000" dirty="0"/>
              <a:t>rd</a:t>
            </a:r>
            <a:r>
              <a:rPr lang="en-US" sz="2800" dirty="0"/>
              <a:t> Go-live</a:t>
            </a:r>
          </a:p>
        </p:txBody>
      </p:sp>
    </p:spTree>
    <p:extLst>
      <p:ext uri="{BB962C8B-B14F-4D97-AF65-F5344CB8AC3E}">
        <p14:creationId xmlns:p14="http://schemas.microsoft.com/office/powerpoint/2010/main" val="370774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F033-B05F-CD69-1F4A-A77171C7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0CFBCA-F0E2-720C-F72D-B4018C6AD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Multiple UI design paths were explored throughout the project</a:t>
            </a:r>
          </a:p>
          <a:p>
            <a:r>
              <a:rPr lang="en-US" sz="1600" dirty="0"/>
              <a:t>Functionality appeared inconsistently across versions (e.g., filters/buttons in some screens but missing in others)</a:t>
            </a:r>
          </a:p>
          <a:p>
            <a:r>
              <a:rPr lang="en-US" sz="1600" dirty="0"/>
              <a:t>Comments and revisions introduced fragmentation and slowed alignment</a:t>
            </a:r>
          </a:p>
          <a:p>
            <a:r>
              <a:rPr lang="en-US" sz="1600" dirty="0"/>
              <a:t>Final design direction is now established, but required more time than originally scoped</a:t>
            </a:r>
          </a:p>
          <a:p>
            <a:r>
              <a:rPr lang="en-US" sz="1600" dirty="0"/>
              <a:t>Incremental requirements were introduced with scope delivered in fragments.</a:t>
            </a:r>
          </a:p>
          <a:p>
            <a:r>
              <a:rPr lang="en-US" sz="1600" dirty="0"/>
              <a:t>As new features were added mid-cycle, screens often showed inconsistent functionality.</a:t>
            </a:r>
          </a:p>
          <a:p>
            <a:r>
              <a:rPr lang="en-US" sz="1600" dirty="0"/>
              <a:t>Each revision improved the system but fragmented design artifacts and slowed decisions.</a:t>
            </a:r>
          </a:p>
          <a:p>
            <a:r>
              <a:rPr lang="en-US" sz="1600" dirty="0"/>
              <a:t>We are now consolidating all approved elements into a single UI reference to avoid rework.</a:t>
            </a:r>
          </a:p>
          <a:p>
            <a:r>
              <a:rPr lang="en-US" sz="1600" dirty="0"/>
              <a:t>This will improve quality, reduce QA cycles, and streamline final delivery.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84C5-D12D-B6C4-B206-420E550A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E6D04-E1FB-3B2E-8583-DDE9B7C0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492AF-5746-CA9B-9F58-091C6881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Design Revision Impact on Delivery</a:t>
            </a:r>
          </a:p>
        </p:txBody>
      </p:sp>
    </p:spTree>
    <p:extLst>
      <p:ext uri="{BB962C8B-B14F-4D97-AF65-F5344CB8AC3E}">
        <p14:creationId xmlns:p14="http://schemas.microsoft.com/office/powerpoint/2010/main" val="370894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DF16-47D7-5346-4A60-5961D097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23A87-13F6-4C8F-F493-C2C538890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Scope Freeze: No new functionality will be added. Existing design elements are being unified into one master reference.</a:t>
            </a:r>
          </a:p>
          <a:p>
            <a:r>
              <a:rPr lang="en-US" sz="1600" dirty="0"/>
              <a:t>Fragmented Pages: Screens created during iterative revisions are being merged to ensure every approved feature appears consistently.</a:t>
            </a:r>
          </a:p>
          <a:p>
            <a:r>
              <a:rPr lang="en-US" sz="1600" dirty="0"/>
              <a:t>Quality Focus: Consolidation eliminates hidden gaps, reduces rework, and accelerates the build and QA phases.</a:t>
            </a:r>
          </a:p>
          <a:p>
            <a:r>
              <a:rPr lang="en-US" sz="1600" dirty="0"/>
              <a:t>Post-Launch Enhancements: Any new ideas identified after consolidation will be scheduled for a future release 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A1CAA-4EA8-3AA2-524F-0A15E65E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D01AF-30AD-66BA-874F-51BD0286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8F632A-84C8-386A-41A6-4C208A18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Final Design Consolidation - Scope Locked</a:t>
            </a:r>
          </a:p>
        </p:txBody>
      </p:sp>
    </p:spTree>
    <p:extLst>
      <p:ext uri="{BB962C8B-B14F-4D97-AF65-F5344CB8AC3E}">
        <p14:creationId xmlns:p14="http://schemas.microsoft.com/office/powerpoint/2010/main" val="151191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8ACC-59AE-B99F-EC32-946E2068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D141D-E8C8-B982-4B9C-47CB2461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Purpose: Structure future requests to maintain control over budget and timelines.</a:t>
            </a:r>
          </a:p>
          <a:p>
            <a:r>
              <a:rPr lang="en-US" sz="1600" dirty="0"/>
              <a:t>Baseline Locked: As of June 30, the consolidated design is the development baseline.</a:t>
            </a:r>
          </a:p>
          <a:p>
            <a:r>
              <a:rPr lang="en-US" sz="1600" dirty="0"/>
              <a:t>Transparency: All new requests will be assessed and estimated before inclusion.</a:t>
            </a:r>
          </a:p>
          <a:p>
            <a:r>
              <a:rPr lang="en-US" sz="1600" dirty="0"/>
              <a:t>No Hidden Drift: Unapproved additions will be deferred to a future release phase.</a:t>
            </a:r>
          </a:p>
          <a:p>
            <a:r>
              <a:rPr lang="en-US" sz="1600" dirty="0"/>
              <a:t>Process includes request intake, impact review, client approval, and timeline update.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Future changes will follow a simple estimate-and-approve process.</a:t>
            </a:r>
          </a:p>
          <a:p>
            <a:r>
              <a:rPr lang="en-US" sz="1600" dirty="0"/>
              <a:t>Any additions post-June 30 will be reviewed for:</a:t>
            </a:r>
          </a:p>
          <a:p>
            <a:pPr lvl="1"/>
            <a:r>
              <a:rPr lang="en-US" sz="1600" dirty="0"/>
              <a:t>Timeline impact</a:t>
            </a:r>
          </a:p>
          <a:p>
            <a:pPr lvl="1"/>
            <a:r>
              <a:rPr lang="en-US" sz="1600" dirty="0"/>
              <a:t>Cost implication</a:t>
            </a:r>
          </a:p>
          <a:p>
            <a:pPr lvl="1"/>
            <a:r>
              <a:rPr lang="en-US" sz="1600" dirty="0"/>
              <a:t>System stability</a:t>
            </a:r>
          </a:p>
          <a:p>
            <a:r>
              <a:rPr lang="en-US" sz="1600" dirty="0"/>
              <a:t>This ensures transparency and avoids unintentional delays during final phases.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D828E-64F4-CD3A-A47A-8D0E66D2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1710-A7B1-CDD9-46F0-17B640DC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CB31F-45EA-B1C4-E98B-012AB65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Managing Scope and Change Control Plan</a:t>
            </a:r>
          </a:p>
        </p:txBody>
      </p:sp>
    </p:spTree>
    <p:extLst>
      <p:ext uri="{BB962C8B-B14F-4D97-AF65-F5344CB8AC3E}">
        <p14:creationId xmlns:p14="http://schemas.microsoft.com/office/powerpoint/2010/main" val="158995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F82F-0331-BB8E-5272-33C43F9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27566-481B-68DE-187B-42D39D8A8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following items are not included in the current scope and will be considered for future phases:</a:t>
            </a:r>
          </a:p>
          <a:p>
            <a:pPr lvl="1"/>
            <a:r>
              <a:rPr lang="en-US" sz="1600" dirty="0"/>
              <a:t>New Feature Requests Post-Freeze (after June 30): Any new functionality or UX suggestions will be reviewed separately post-launch</a:t>
            </a:r>
          </a:p>
          <a:p>
            <a:pPr lvl="1"/>
            <a:r>
              <a:rPr lang="en-US" sz="1600" dirty="0"/>
              <a:t>Non-Core Page Redesigns: Pages not directly tied to core certificate workflows (e.g., user management, admin dashboards) are not part of the initial design scope.</a:t>
            </a:r>
          </a:p>
          <a:p>
            <a:pPr lvl="1"/>
            <a:r>
              <a:rPr lang="en-US" sz="1600" dirty="0"/>
              <a:t>Advanced Reporting &amp; Analytics Modules: Custom reporting or dashboards requiring dynamic visualizations will be addressed in a future release.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excluded.</a:t>
            </a:r>
          </a:p>
          <a:p>
            <a:pPr lvl="1"/>
            <a:r>
              <a:rPr lang="en-US" sz="1600" dirty="0"/>
              <a:t>Integration Beyond Amazon Export: Any third-party system integration beyond current export scope will be handled as a separate project.</a:t>
            </a:r>
          </a:p>
          <a:p>
            <a:pPr lvl="1"/>
            <a:r>
              <a:rPr lang="en-US" sz="1600" dirty="0"/>
              <a:t>Clone Functionality – Selective field cloning for certificate records is not included.</a:t>
            </a:r>
          </a:p>
          <a:p>
            <a:pPr lvl="1"/>
            <a:r>
              <a:rPr lang="en-US" sz="1600" dirty="0"/>
              <a:t>Notifications &amp; Alerts – Real-time user notifications are not part of this phase.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</a:t>
            </a:r>
            <a:br>
              <a:rPr lang="en-US" sz="1600" dirty="0"/>
            </a:br>
            <a:br>
              <a:rPr lang="en-US" sz="1200" dirty="0"/>
            </a:br>
            <a:endParaRPr lang="en-US" sz="12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D557-4EF9-DC97-622E-6FB4101F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5A36-F8E6-D8DA-126D-787894AC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1300A7-12E4-FCDE-78BC-D80527D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Out of Scope Items – Initial Design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5AD78-6108-BB9D-5401-A78AFFD63A66}"/>
              </a:ext>
            </a:extLst>
          </p:cNvPr>
          <p:cNvSpPr txBox="1"/>
          <p:nvPr/>
        </p:nvSpPr>
        <p:spPr>
          <a:xfrm>
            <a:off x="838199" y="5343327"/>
            <a:ext cx="10755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entury Gothic" panose="020B0502020202020204" pitchFamily="34" charset="0"/>
              </a:rPr>
              <a:t>Note: Any additional functionality or enhancements outside this scope will follow the formal change request process and may be included in a post-launch roadmap.</a:t>
            </a:r>
          </a:p>
        </p:txBody>
      </p:sp>
    </p:spTree>
    <p:extLst>
      <p:ext uri="{BB962C8B-B14F-4D97-AF65-F5344CB8AC3E}">
        <p14:creationId xmlns:p14="http://schemas.microsoft.com/office/powerpoint/2010/main" val="6531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EFF-D8BC-D0B9-CCEF-00A858BC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ECCF6-883C-2AF3-FAE4-D56BAB37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2615" y="2373489"/>
            <a:ext cx="3215473" cy="3654827"/>
          </a:xfrm>
        </p:spPr>
        <p:txBody>
          <a:bodyPr>
            <a:normAutofit/>
          </a:bodyPr>
          <a:lstStyle/>
          <a:p>
            <a:r>
              <a:rPr lang="en-US" sz="1600" dirty="0"/>
              <a:t>In addition, I had a family emergency that reduced my commitment to the project for a few weeks. Even though we have tried to make up time with all of the additional enhancements. The timeline reflects a accurate schedule to ensure quality and fits to the business needs of the system.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32AF-3CB9-3C70-1394-C750B1F5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6/27/2025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18A8C-6CD1-B4ED-28F0-E10901E8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FE94F4-3387-670D-60B6-F46E141A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Scope Creep Analysis &amp; Timeline Impact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B856-82F8-A147-CAC7-988F74BAE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90793"/>
              </p:ext>
            </p:extLst>
          </p:nvPr>
        </p:nvGraphicFramePr>
        <p:xfrm>
          <a:off x="838200" y="1241513"/>
          <a:ext cx="5334000" cy="4191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122116806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13337484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89846032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Timeline Impact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09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 Requirements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stories and requirements evolved during design.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+8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6551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Front-End Redesign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Expanded from basic UI to extensive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front-end design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+5–6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7893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Amazon API Integration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Added detailed field mapping and bi-directional calls.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+1–2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1358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&amp; Bulk Upload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Introduced multi-ID types (ASIN, UPC, GTIN, EAN) and import features.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+2–3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21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Included inline editing and dynamic field creation.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926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Role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Introduced 4 user roles with granular permissions.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+1–2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343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Dashboards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Added 10+ metrics, tracking, and role-based views.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+1–2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160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Stakeholder Feedback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rounds of design revisions required.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+3–4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3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475F9B-BEE8-8AEC-7A79-29396E9B0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61046"/>
              </p:ext>
            </p:extLst>
          </p:nvPr>
        </p:nvGraphicFramePr>
        <p:xfrm>
          <a:off x="6486905" y="1241513"/>
          <a:ext cx="4866895" cy="571500"/>
        </p:xfrm>
        <a:graphic>
          <a:graphicData uri="http://schemas.openxmlformats.org/drawingml/2006/table">
            <a:tbl>
              <a:tblPr/>
              <a:tblGrid>
                <a:gridCol w="1428743">
                  <a:extLst>
                    <a:ext uri="{9D8B030D-6E8A-4147-A177-3AD203B41FA5}">
                      <a16:colId xmlns:a16="http://schemas.microsoft.com/office/drawing/2014/main" val="2729284690"/>
                    </a:ext>
                  </a:extLst>
                </a:gridCol>
                <a:gridCol w="1428743">
                  <a:extLst>
                    <a:ext uri="{9D8B030D-6E8A-4147-A177-3AD203B41FA5}">
                      <a16:colId xmlns:a16="http://schemas.microsoft.com/office/drawing/2014/main" val="941067081"/>
                    </a:ext>
                  </a:extLst>
                </a:gridCol>
                <a:gridCol w="1428743">
                  <a:extLst>
                    <a:ext uri="{9D8B030D-6E8A-4147-A177-3AD203B41FA5}">
                      <a16:colId xmlns:a16="http://schemas.microsoft.com/office/drawing/2014/main" val="1293092941"/>
                    </a:ext>
                  </a:extLst>
                </a:gridCol>
                <a:gridCol w="580666">
                  <a:extLst>
                    <a:ext uri="{9D8B030D-6E8A-4147-A177-3AD203B41FA5}">
                      <a16:colId xmlns:a16="http://schemas.microsoft.com/office/drawing/2014/main" val="15093409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Original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Revised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Increase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693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14–18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34–40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+20–22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49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28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83946</TotalTime>
  <Words>1200</Words>
  <Application>Microsoft Office PowerPoint</Application>
  <PresentationFormat>Widescreen</PresentationFormat>
  <Paragraphs>187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Narrow</vt:lpstr>
      <vt:lpstr>Arial</vt:lpstr>
      <vt:lpstr>Arial Narrow</vt:lpstr>
      <vt:lpstr>Calibri</vt:lpstr>
      <vt:lpstr>Century Gothic</vt:lpstr>
      <vt:lpstr>Courier New</vt:lpstr>
      <vt:lpstr>Symbol</vt:lpstr>
      <vt:lpstr>office theme</vt:lpstr>
      <vt:lpstr>GreenCircle Certified Database Project</vt:lpstr>
      <vt:lpstr>Project Timeline Updates</vt:lpstr>
      <vt:lpstr>GreenCircle Certified Database Site Map</vt:lpstr>
      <vt:lpstr>October 3rd Go-live</vt:lpstr>
      <vt:lpstr>Design Revision Impact on Delivery</vt:lpstr>
      <vt:lpstr>Final Design Consolidation - Scope Locked</vt:lpstr>
      <vt:lpstr>Managing Scope and Change Control Plan</vt:lpstr>
      <vt:lpstr>Out of Scope Items – Initial Design Phase</vt:lpstr>
      <vt:lpstr>Scope Creep Analysis &amp; Timeline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16</cp:revision>
  <cp:lastPrinted>2025-06-16T04:02:37Z</cp:lastPrinted>
  <dcterms:created xsi:type="dcterms:W3CDTF">2025-01-22T16:07:21Z</dcterms:created>
  <dcterms:modified xsi:type="dcterms:W3CDTF">2025-06-27T11:32:24Z</dcterms:modified>
</cp:coreProperties>
</file>