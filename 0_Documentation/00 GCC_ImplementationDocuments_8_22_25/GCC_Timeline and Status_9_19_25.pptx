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53" r:id="rId2"/>
    <p:sldId id="500" r:id="rId3"/>
    <p:sldId id="521" r:id="rId4"/>
    <p:sldId id="526" r:id="rId5"/>
    <p:sldId id="527" r:id="rId6"/>
    <p:sldId id="528" r:id="rId7"/>
    <p:sldId id="522" r:id="rId8"/>
    <p:sldId id="523" r:id="rId9"/>
    <p:sldId id="524" r:id="rId10"/>
    <p:sldId id="525" r:id="rId11"/>
    <p:sldId id="517" r:id="rId12"/>
    <p:sldId id="520" r:id="rId13"/>
    <p:sldId id="519" r:id="rId14"/>
    <p:sldId id="518" r:id="rId15"/>
    <p:sldId id="506" r:id="rId16"/>
    <p:sldId id="354" r:id="rId17"/>
    <p:sldId id="504" r:id="rId18"/>
    <p:sldId id="505" r:id="rId19"/>
    <p:sldId id="376" r:id="rId20"/>
    <p:sldId id="503" r:id="rId21"/>
    <p:sldId id="502" r:id="rId22"/>
    <p:sldId id="508" r:id="rId23"/>
    <p:sldId id="509" r:id="rId24"/>
    <p:sldId id="507" r:id="rId25"/>
    <p:sldId id="510" r:id="rId26"/>
    <p:sldId id="511" r:id="rId27"/>
    <p:sldId id="512" r:id="rId28"/>
    <p:sldId id="513" r:id="rId29"/>
    <p:sldId id="514" r:id="rId30"/>
    <p:sldId id="515" r:id="rId31"/>
    <p:sldId id="516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E2EBA9-E2D7-432C-9B28-B1BFC88819B1}">
          <p14:sldIdLst>
            <p14:sldId id="353"/>
            <p14:sldId id="500"/>
            <p14:sldId id="521"/>
            <p14:sldId id="526"/>
            <p14:sldId id="527"/>
            <p14:sldId id="528"/>
            <p14:sldId id="522"/>
            <p14:sldId id="523"/>
            <p14:sldId id="524"/>
            <p14:sldId id="525"/>
            <p14:sldId id="517"/>
            <p14:sldId id="520"/>
            <p14:sldId id="519"/>
            <p14:sldId id="518"/>
            <p14:sldId id="506"/>
            <p14:sldId id="354"/>
            <p14:sldId id="504"/>
            <p14:sldId id="505"/>
            <p14:sldId id="376"/>
            <p14:sldId id="503"/>
            <p14:sldId id="502"/>
          </p14:sldIdLst>
        </p14:section>
        <p14:section name="Development" id="{AC8555E4-13ED-47DF-94E6-33F1BA667623}">
          <p14:sldIdLst>
            <p14:sldId id="508"/>
            <p14:sldId id="509"/>
            <p14:sldId id="507"/>
            <p14:sldId id="510"/>
            <p14:sldId id="511"/>
            <p14:sldId id="512"/>
            <p14:sldId id="513"/>
            <p14:sldId id="514"/>
            <p14:sldId id="515"/>
            <p14:sldId id="5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F7"/>
    <a:srgbClr val="9AB9DE"/>
    <a:srgbClr val="92C83E"/>
    <a:srgbClr val="FF6600"/>
    <a:srgbClr val="FCFDEB"/>
    <a:srgbClr val="FFEDB3"/>
    <a:srgbClr val="DEECEF"/>
    <a:srgbClr val="FCE6E4"/>
    <a:srgbClr val="FDECEA"/>
    <a:srgbClr val="FFF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E98C1-975B-4C67-B5ED-3E9D2CA9E44A}" v="38" dt="2025-08-29T13:24:35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88303" autoAdjust="0"/>
  </p:normalViewPr>
  <p:slideViewPr>
    <p:cSldViewPr snapToGrid="0">
      <p:cViewPr varScale="1">
        <p:scale>
          <a:sx n="86" d="100"/>
          <a:sy n="86" d="100"/>
        </p:scale>
        <p:origin x="169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41B6F-265F-4A20-A3D5-AD48CF979ED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A0E5C9-716C-4895-AB7B-68F0E2C29BB6}">
      <dgm:prSet/>
      <dgm:spPr/>
      <dgm:t>
        <a:bodyPr/>
        <a:lstStyle/>
        <a:p>
          <a:r>
            <a:rPr lang="en-US"/>
            <a:t>Phase 2 Expansion Estimate: Adding Wayfair + 1 More Partner</a:t>
          </a:r>
        </a:p>
      </dgm:t>
    </dgm:pt>
    <dgm:pt modelId="{223EEBA3-329E-4C2D-BC0E-4CA3B788FB34}" type="parTrans" cxnId="{5517F13D-B28C-40A9-9AF7-AE66336C9834}">
      <dgm:prSet/>
      <dgm:spPr/>
      <dgm:t>
        <a:bodyPr/>
        <a:lstStyle/>
        <a:p>
          <a:endParaRPr lang="en-US"/>
        </a:p>
      </dgm:t>
    </dgm:pt>
    <dgm:pt modelId="{8F35DC3C-1D92-46F6-B6AD-27617E444E20}" type="sibTrans" cxnId="{5517F13D-B28C-40A9-9AF7-AE66336C9834}">
      <dgm:prSet/>
      <dgm:spPr/>
      <dgm:t>
        <a:bodyPr/>
        <a:lstStyle/>
        <a:p>
          <a:endParaRPr lang="en-US"/>
        </a:p>
      </dgm:t>
    </dgm:pt>
    <dgm:pt modelId="{223E6C3F-9528-4930-89BC-FA8C001DF3BF}">
      <dgm:prSet/>
      <dgm:spPr/>
      <dgm:t>
        <a:bodyPr/>
        <a:lstStyle/>
        <a:p>
          <a:r>
            <a:rPr lang="en-US"/>
            <a:t>📅 Timeline: 6-8 weeks</a:t>
          </a:r>
        </a:p>
      </dgm:t>
    </dgm:pt>
    <dgm:pt modelId="{DF71B403-37F0-4455-9E8E-F3284F393F8D}" type="parTrans" cxnId="{12205E3C-0FB0-4FE3-9F3D-68F93AD4E83C}">
      <dgm:prSet/>
      <dgm:spPr/>
      <dgm:t>
        <a:bodyPr/>
        <a:lstStyle/>
        <a:p>
          <a:endParaRPr lang="en-US"/>
        </a:p>
      </dgm:t>
    </dgm:pt>
    <dgm:pt modelId="{18AB7B96-2078-4A37-A92B-3D67BF9EEF91}" type="sibTrans" cxnId="{12205E3C-0FB0-4FE3-9F3D-68F93AD4E83C}">
      <dgm:prSet/>
      <dgm:spPr/>
      <dgm:t>
        <a:bodyPr/>
        <a:lstStyle/>
        <a:p>
          <a:endParaRPr lang="en-US"/>
        </a:p>
      </dgm:t>
    </dgm:pt>
    <dgm:pt modelId="{4DCDB8F5-7904-42F3-87B4-FE230BF1CC19}">
      <dgm:prSet/>
      <dgm:spPr/>
      <dgm:t>
        <a:bodyPr/>
        <a:lstStyle/>
        <a:p>
          <a:r>
            <a:rPr lang="en-US"/>
            <a:t>💰 Cost: ~$35,000</a:t>
          </a:r>
        </a:p>
      </dgm:t>
    </dgm:pt>
    <dgm:pt modelId="{C97D4EB1-1863-4E25-9980-05B373FC3C1C}" type="parTrans" cxnId="{62A55E9B-DE4B-4A46-BF88-968499AE1A69}">
      <dgm:prSet/>
      <dgm:spPr/>
      <dgm:t>
        <a:bodyPr/>
        <a:lstStyle/>
        <a:p>
          <a:endParaRPr lang="en-US"/>
        </a:p>
      </dgm:t>
    </dgm:pt>
    <dgm:pt modelId="{6405B926-9C13-496B-A680-5821135037C2}" type="sibTrans" cxnId="{62A55E9B-DE4B-4A46-BF88-968499AE1A69}">
      <dgm:prSet/>
      <dgm:spPr/>
      <dgm:t>
        <a:bodyPr/>
        <a:lstStyle/>
        <a:p>
          <a:endParaRPr lang="en-US"/>
        </a:p>
      </dgm:t>
    </dgm:pt>
    <dgm:pt modelId="{1742FEFD-0A09-4966-923B-17BECFFD6417}">
      <dgm:prSet/>
      <dgm:spPr/>
      <dgm:t>
        <a:bodyPr/>
        <a:lstStyle/>
        <a:p>
          <a:r>
            <a:rPr lang="en-US"/>
            <a:t>👥 Team: 1 Senior Dev, 1 Junior Dev, QA, DevOps</a:t>
          </a:r>
        </a:p>
      </dgm:t>
    </dgm:pt>
    <dgm:pt modelId="{9FA4CA21-17F5-4152-BB79-483DCAC5549F}" type="parTrans" cxnId="{303805AF-EDF1-49D2-992F-F7CCE3ED129C}">
      <dgm:prSet/>
      <dgm:spPr/>
      <dgm:t>
        <a:bodyPr/>
        <a:lstStyle/>
        <a:p>
          <a:endParaRPr lang="en-US"/>
        </a:p>
      </dgm:t>
    </dgm:pt>
    <dgm:pt modelId="{35E4C77B-3C60-42DF-B776-22D7B8F2F150}" type="sibTrans" cxnId="{303805AF-EDF1-49D2-992F-F7CCE3ED129C}">
      <dgm:prSet/>
      <dgm:spPr/>
      <dgm:t>
        <a:bodyPr/>
        <a:lstStyle/>
        <a:p>
          <a:endParaRPr lang="en-US"/>
        </a:p>
      </dgm:t>
    </dgm:pt>
    <dgm:pt modelId="{2E07F636-A94C-4B5F-B9B1-C1E9CE4B207E}">
      <dgm:prSet/>
      <dgm:spPr/>
      <dgm:t>
        <a:bodyPr/>
        <a:lstStyle/>
        <a:p>
          <a:r>
            <a:rPr lang="en-US"/>
            <a:t>Key Deliverables:</a:t>
          </a:r>
        </a:p>
      </dgm:t>
    </dgm:pt>
    <dgm:pt modelId="{46815C15-307C-4C75-BB04-1685B149FBDF}" type="parTrans" cxnId="{33B6FE66-8B7F-415E-BC4F-70EB71ABCAF6}">
      <dgm:prSet/>
      <dgm:spPr/>
      <dgm:t>
        <a:bodyPr/>
        <a:lstStyle/>
        <a:p>
          <a:endParaRPr lang="en-US"/>
        </a:p>
      </dgm:t>
    </dgm:pt>
    <dgm:pt modelId="{F8E71C8C-3960-4053-908B-26CB8735D41C}" type="sibTrans" cxnId="{33B6FE66-8B7F-415E-BC4F-70EB71ABCAF6}">
      <dgm:prSet/>
      <dgm:spPr/>
      <dgm:t>
        <a:bodyPr/>
        <a:lstStyle/>
        <a:p>
          <a:endParaRPr lang="en-US"/>
        </a:p>
      </dgm:t>
    </dgm:pt>
    <dgm:pt modelId="{1926372B-4592-4102-9E9A-1A5BDBCC4478}">
      <dgm:prSet/>
      <dgm:spPr/>
      <dgm:t>
        <a:bodyPr/>
        <a:lstStyle/>
        <a:p>
          <a:r>
            <a:rPr lang="en-US"/>
            <a:t>1. Partner Abstraction Framework - Reusable architecture</a:t>
          </a:r>
        </a:p>
      </dgm:t>
    </dgm:pt>
    <dgm:pt modelId="{4EC846FE-2305-4F52-A7C1-A58372614EA4}" type="parTrans" cxnId="{0059D59D-C4E6-43B0-B770-299B7F20FCD4}">
      <dgm:prSet/>
      <dgm:spPr/>
      <dgm:t>
        <a:bodyPr/>
        <a:lstStyle/>
        <a:p>
          <a:endParaRPr lang="en-US"/>
        </a:p>
      </dgm:t>
    </dgm:pt>
    <dgm:pt modelId="{802D6D43-67E6-4AC3-89E3-4B1323E87F65}" type="sibTrans" cxnId="{0059D59D-C4E6-43B0-B770-299B7F20FCD4}">
      <dgm:prSet/>
      <dgm:spPr/>
      <dgm:t>
        <a:bodyPr/>
        <a:lstStyle/>
        <a:p>
          <a:endParaRPr lang="en-US"/>
        </a:p>
      </dgm:t>
    </dgm:pt>
    <dgm:pt modelId="{457DA59C-2740-4EE8-9EB2-5C28095396EF}">
      <dgm:prSet/>
      <dgm:spPr/>
      <dgm:t>
        <a:bodyPr/>
        <a:lstStyle/>
        <a:p>
          <a:r>
            <a:rPr lang="en-US"/>
            <a:t>2. Wayfair Integration - Custom endpoints &amp; field mapping</a:t>
          </a:r>
        </a:p>
      </dgm:t>
    </dgm:pt>
    <dgm:pt modelId="{A9A91FF9-8D71-49AC-8D53-956C41CD9508}" type="parTrans" cxnId="{5593EA34-7AC2-4C4F-A26E-B29D75125079}">
      <dgm:prSet/>
      <dgm:spPr/>
      <dgm:t>
        <a:bodyPr/>
        <a:lstStyle/>
        <a:p>
          <a:endParaRPr lang="en-US"/>
        </a:p>
      </dgm:t>
    </dgm:pt>
    <dgm:pt modelId="{21032235-0FFD-4797-8927-97F8C8AC2A89}" type="sibTrans" cxnId="{5593EA34-7AC2-4C4F-A26E-B29D75125079}">
      <dgm:prSet/>
      <dgm:spPr/>
      <dgm:t>
        <a:bodyPr/>
        <a:lstStyle/>
        <a:p>
          <a:endParaRPr lang="en-US"/>
        </a:p>
      </dgm:t>
    </dgm:pt>
    <dgm:pt modelId="{9B149BF5-5707-4F0F-B44B-846568E03483}">
      <dgm:prSet/>
      <dgm:spPr/>
      <dgm:t>
        <a:bodyPr/>
        <a:lstStyle/>
        <a:p>
          <a:r>
            <a:rPr lang="en-US"/>
            <a:t>3. Generic Partner Template - Quick onboarding for future partners</a:t>
          </a:r>
        </a:p>
      </dgm:t>
    </dgm:pt>
    <dgm:pt modelId="{B7AA1CB2-C09B-49A0-91C3-4C4F70E1DC08}" type="parTrans" cxnId="{19C13407-EB31-43C0-8FA4-37341F67797D}">
      <dgm:prSet/>
      <dgm:spPr/>
      <dgm:t>
        <a:bodyPr/>
        <a:lstStyle/>
        <a:p>
          <a:endParaRPr lang="en-US"/>
        </a:p>
      </dgm:t>
    </dgm:pt>
    <dgm:pt modelId="{538CD8A7-9B72-41E9-8ED3-72D19CB3A0E3}" type="sibTrans" cxnId="{19C13407-EB31-43C0-8FA4-37341F67797D}">
      <dgm:prSet/>
      <dgm:spPr/>
      <dgm:t>
        <a:bodyPr/>
        <a:lstStyle/>
        <a:p>
          <a:endParaRPr lang="en-US"/>
        </a:p>
      </dgm:t>
    </dgm:pt>
    <dgm:pt modelId="{CEF5F7EB-05FE-4597-9F9E-7EE762856519}">
      <dgm:prSet/>
      <dgm:spPr/>
      <dgm:t>
        <a:bodyPr/>
        <a:lstStyle/>
        <a:p>
          <a:r>
            <a:rPr lang="en-US"/>
            <a:t>4. Admin Interface - Configure partners without code changes</a:t>
          </a:r>
        </a:p>
      </dgm:t>
    </dgm:pt>
    <dgm:pt modelId="{252EE7AC-5424-4E71-857F-5DE58899E31E}" type="parTrans" cxnId="{23518E3E-C75A-4203-9118-8BF6245C6E8A}">
      <dgm:prSet/>
      <dgm:spPr/>
      <dgm:t>
        <a:bodyPr/>
        <a:lstStyle/>
        <a:p>
          <a:endParaRPr lang="en-US"/>
        </a:p>
      </dgm:t>
    </dgm:pt>
    <dgm:pt modelId="{B1D9CF12-16A5-43B1-84DB-7792641EE5A1}" type="sibTrans" cxnId="{23518E3E-C75A-4203-9118-8BF6245C6E8A}">
      <dgm:prSet/>
      <dgm:spPr/>
      <dgm:t>
        <a:bodyPr/>
        <a:lstStyle/>
        <a:p>
          <a:endParaRPr lang="en-US"/>
        </a:p>
      </dgm:t>
    </dgm:pt>
    <dgm:pt modelId="{66416B51-3D24-469F-A235-89AE4BDE39E5}">
      <dgm:prSet/>
      <dgm:spPr/>
      <dgm:t>
        <a:bodyPr/>
        <a:lstStyle/>
        <a:p>
          <a:r>
            <a:rPr lang="en-US"/>
            <a:t>5. Enhanced Monitoring - Partner-specific metrics &amp; rate limiting</a:t>
          </a:r>
        </a:p>
      </dgm:t>
    </dgm:pt>
    <dgm:pt modelId="{7EB618FE-F62C-428A-8D33-3BD4C7A55BE0}" type="parTrans" cxnId="{8950BE8E-78F1-47A2-88F6-3E2D60722BA4}">
      <dgm:prSet/>
      <dgm:spPr/>
      <dgm:t>
        <a:bodyPr/>
        <a:lstStyle/>
        <a:p>
          <a:endParaRPr lang="en-US"/>
        </a:p>
      </dgm:t>
    </dgm:pt>
    <dgm:pt modelId="{7758B32E-E361-4D5F-B365-4723D9E06BFF}" type="sibTrans" cxnId="{8950BE8E-78F1-47A2-88F6-3E2D60722BA4}">
      <dgm:prSet/>
      <dgm:spPr/>
      <dgm:t>
        <a:bodyPr/>
        <a:lstStyle/>
        <a:p>
          <a:endParaRPr lang="en-US"/>
        </a:p>
      </dgm:t>
    </dgm:pt>
    <dgm:pt modelId="{B02D47F2-BCCD-419F-B3C2-C3832F2A3F3C}">
      <dgm:prSet/>
      <dgm:spPr/>
      <dgm:t>
        <a:bodyPr/>
        <a:lstStyle/>
        <a:p>
          <a:r>
            <a:rPr lang="en-US"/>
            <a:t>---</a:t>
          </a:r>
        </a:p>
      </dgm:t>
    </dgm:pt>
    <dgm:pt modelId="{D56A0C27-B616-438D-A756-120353BFE6E0}" type="parTrans" cxnId="{34DC990C-96EF-4AFA-93BE-9C351D89A4CB}">
      <dgm:prSet/>
      <dgm:spPr/>
      <dgm:t>
        <a:bodyPr/>
        <a:lstStyle/>
        <a:p>
          <a:endParaRPr lang="en-US"/>
        </a:p>
      </dgm:t>
    </dgm:pt>
    <dgm:pt modelId="{28A037E7-28E7-4AA1-A9F6-CA56AABFA628}" type="sibTrans" cxnId="{34DC990C-96EF-4AFA-93BE-9C351D89A4CB}">
      <dgm:prSet/>
      <dgm:spPr/>
      <dgm:t>
        <a:bodyPr/>
        <a:lstStyle/>
        <a:p>
          <a:endParaRPr lang="en-US"/>
        </a:p>
      </dgm:t>
    </dgm:pt>
    <dgm:pt modelId="{0D1E0CEB-952F-4AD6-9582-C7AD3839857B}">
      <dgm:prSet/>
      <dgm:spPr/>
      <dgm:t>
        <a:bodyPr/>
        <a:lstStyle/>
        <a:p>
          <a:r>
            <a:rPr lang="en-US"/>
            <a:t>Recommended Architecture:</a:t>
          </a:r>
        </a:p>
      </dgm:t>
    </dgm:pt>
    <dgm:pt modelId="{706DBFDD-A6AB-4027-833B-FE7C2E6B25C7}" type="parTrans" cxnId="{EAEE24F8-AA99-4A24-8840-5391AB883F2F}">
      <dgm:prSet/>
      <dgm:spPr/>
      <dgm:t>
        <a:bodyPr/>
        <a:lstStyle/>
        <a:p>
          <a:endParaRPr lang="en-US"/>
        </a:p>
      </dgm:t>
    </dgm:pt>
    <dgm:pt modelId="{FB21061D-6FC3-48D7-A798-708B0ED8369D}" type="sibTrans" cxnId="{EAEE24F8-AA99-4A24-8840-5391AB883F2F}">
      <dgm:prSet/>
      <dgm:spPr/>
      <dgm:t>
        <a:bodyPr/>
        <a:lstStyle/>
        <a:p>
          <a:endParaRPr lang="en-US"/>
        </a:p>
      </dgm:t>
    </dgm:pt>
    <dgm:pt modelId="{950A2700-B727-4BD8-81C1-A03443296665}">
      <dgm:prSet/>
      <dgm:spPr/>
      <dgm:t>
        <a:bodyPr/>
        <a:lstStyle/>
        <a:p>
          <a:r>
            <a:rPr lang="en-US"/>
            <a:t>- Partner-Specific Routes: /api/partners/amazon/*, /api/partners/wayfair/*</a:t>
          </a:r>
        </a:p>
      </dgm:t>
    </dgm:pt>
    <dgm:pt modelId="{0F8E3AE0-A333-4109-955E-ABD3F38F76F2}" type="parTrans" cxnId="{B39E0B11-2C4E-4B4F-A1CC-D53CEC376290}">
      <dgm:prSet/>
      <dgm:spPr/>
      <dgm:t>
        <a:bodyPr/>
        <a:lstStyle/>
        <a:p>
          <a:endParaRPr lang="en-US"/>
        </a:p>
      </dgm:t>
    </dgm:pt>
    <dgm:pt modelId="{71878CCE-A5C8-4835-BE54-35BD9226BD6A}" type="sibTrans" cxnId="{B39E0B11-2C4E-4B4F-A1CC-D53CEC376290}">
      <dgm:prSet/>
      <dgm:spPr/>
      <dgm:t>
        <a:bodyPr/>
        <a:lstStyle/>
        <a:p>
          <a:endParaRPr lang="en-US"/>
        </a:p>
      </dgm:t>
    </dgm:pt>
    <dgm:pt modelId="{8C64B1D5-672E-46A8-8FDC-0C00144A5654}">
      <dgm:prSet/>
      <dgm:spPr/>
      <dgm:t>
        <a:bodyPr/>
        <a:lstStyle/>
        <a:p>
          <a:r>
            <a:rPr lang="en-US"/>
            <a:t>- Abstraction Layer: IPartnerService with implementations per partner</a:t>
          </a:r>
        </a:p>
      </dgm:t>
    </dgm:pt>
    <dgm:pt modelId="{B99CE185-F779-4223-8D06-90AB0734165C}" type="parTrans" cxnId="{0FF24166-F800-40B7-A4D8-BD26B044EF85}">
      <dgm:prSet/>
      <dgm:spPr/>
      <dgm:t>
        <a:bodyPr/>
        <a:lstStyle/>
        <a:p>
          <a:endParaRPr lang="en-US"/>
        </a:p>
      </dgm:t>
    </dgm:pt>
    <dgm:pt modelId="{6202D9D6-EC7B-4862-8AA3-015EA2292B0C}" type="sibTrans" cxnId="{0FF24166-F800-40B7-A4D8-BD26B044EF85}">
      <dgm:prSet/>
      <dgm:spPr/>
      <dgm:t>
        <a:bodyPr/>
        <a:lstStyle/>
        <a:p>
          <a:endParaRPr lang="en-US"/>
        </a:p>
      </dgm:t>
    </dgm:pt>
    <dgm:pt modelId="{C9B6658C-1A5B-4B63-9291-9D10DBC25A88}">
      <dgm:prSet/>
      <dgm:spPr/>
      <dgm:t>
        <a:bodyPr/>
        <a:lstStyle/>
        <a:p>
          <a:r>
            <a:rPr lang="en-US"/>
            <a:t>- Configuration-Driven: Partner settings in JSON, not hardcoded</a:t>
          </a:r>
        </a:p>
      </dgm:t>
    </dgm:pt>
    <dgm:pt modelId="{D9DAB045-9876-4A37-9EA4-B8289C555DBA}" type="parTrans" cxnId="{82D79E66-0FBD-4579-9C93-785B82CCC7A6}">
      <dgm:prSet/>
      <dgm:spPr/>
      <dgm:t>
        <a:bodyPr/>
        <a:lstStyle/>
        <a:p>
          <a:endParaRPr lang="en-US"/>
        </a:p>
      </dgm:t>
    </dgm:pt>
    <dgm:pt modelId="{831A27BB-D23D-4D2D-A16A-A87894AE8EA1}" type="sibTrans" cxnId="{82D79E66-0FBD-4579-9C93-785B82CCC7A6}">
      <dgm:prSet/>
      <dgm:spPr/>
      <dgm:t>
        <a:bodyPr/>
        <a:lstStyle/>
        <a:p>
          <a:endParaRPr lang="en-US"/>
        </a:p>
      </dgm:t>
    </dgm:pt>
    <dgm:pt modelId="{1D851FA3-360E-4D95-86D7-73F127674AA9}">
      <dgm:prSet/>
      <dgm:spPr/>
      <dgm:t>
        <a:bodyPr/>
        <a:lstStyle/>
        <a:p>
          <a:r>
            <a:rPr lang="en-US"/>
            <a:t>- Scalable Design: Add new partners in 1-2 weeks each</a:t>
          </a:r>
        </a:p>
      </dgm:t>
    </dgm:pt>
    <dgm:pt modelId="{2DE6A777-5DAA-4D74-95E7-F4356C7C2168}" type="parTrans" cxnId="{879D7390-39BA-47FF-8B1E-C6DA2F2F1F24}">
      <dgm:prSet/>
      <dgm:spPr/>
      <dgm:t>
        <a:bodyPr/>
        <a:lstStyle/>
        <a:p>
          <a:endParaRPr lang="en-US"/>
        </a:p>
      </dgm:t>
    </dgm:pt>
    <dgm:pt modelId="{13CD7967-A51D-425B-8A6E-C6F461B1D1D5}" type="sibTrans" cxnId="{879D7390-39BA-47FF-8B1E-C6DA2F2F1F24}">
      <dgm:prSet/>
      <dgm:spPr/>
      <dgm:t>
        <a:bodyPr/>
        <a:lstStyle/>
        <a:p>
          <a:endParaRPr lang="en-US"/>
        </a:p>
      </dgm:t>
    </dgm:pt>
    <dgm:pt modelId="{556D55A9-6852-465A-A251-CAD2E9723EB8}">
      <dgm:prSet/>
      <dgm:spPr/>
      <dgm:t>
        <a:bodyPr/>
        <a:lstStyle/>
        <a:p>
          <a:r>
            <a:rPr lang="en-US"/>
            <a:t>---</a:t>
          </a:r>
        </a:p>
      </dgm:t>
    </dgm:pt>
    <dgm:pt modelId="{B1C90CD5-BD25-4BDF-857F-AB903455585D}" type="parTrans" cxnId="{AFFB0AF3-8DD8-4117-8CCB-B5F29E174859}">
      <dgm:prSet/>
      <dgm:spPr/>
      <dgm:t>
        <a:bodyPr/>
        <a:lstStyle/>
        <a:p>
          <a:endParaRPr lang="en-US"/>
        </a:p>
      </dgm:t>
    </dgm:pt>
    <dgm:pt modelId="{8BBC597F-3B80-4A6A-89E2-7A636BE1A803}" type="sibTrans" cxnId="{AFFB0AF3-8DD8-4117-8CCB-B5F29E174859}">
      <dgm:prSet/>
      <dgm:spPr/>
      <dgm:t>
        <a:bodyPr/>
        <a:lstStyle/>
        <a:p>
          <a:endParaRPr lang="en-US"/>
        </a:p>
      </dgm:t>
    </dgm:pt>
    <dgm:pt modelId="{8AC559C6-E616-4232-AA95-864C0A874C57}">
      <dgm:prSet/>
      <dgm:spPr/>
      <dgm:t>
        <a:bodyPr/>
        <a:lstStyle/>
        <a:p>
          <a:r>
            <a:rPr lang="en-US"/>
            <a:t>Business Impact:</a:t>
          </a:r>
        </a:p>
      </dgm:t>
    </dgm:pt>
    <dgm:pt modelId="{627A9F2F-15D9-47F1-96E8-030DC7E84674}" type="parTrans" cxnId="{1F8EF9AC-CFB2-4114-A1CE-0FA7981B39F5}">
      <dgm:prSet/>
      <dgm:spPr/>
      <dgm:t>
        <a:bodyPr/>
        <a:lstStyle/>
        <a:p>
          <a:endParaRPr lang="en-US"/>
        </a:p>
      </dgm:t>
    </dgm:pt>
    <dgm:pt modelId="{C2C4177E-8DFA-42DB-9929-F26329E3CCE8}" type="sibTrans" cxnId="{1F8EF9AC-CFB2-4114-A1CE-0FA7981B39F5}">
      <dgm:prSet/>
      <dgm:spPr/>
      <dgm:t>
        <a:bodyPr/>
        <a:lstStyle/>
        <a:p>
          <a:endParaRPr lang="en-US"/>
        </a:p>
      </dgm:t>
    </dgm:pt>
    <dgm:pt modelId="{F38B8FC2-0A60-4F0F-A1E3-E6C38747F84C}">
      <dgm:prSet/>
      <dgm:spPr/>
      <dgm:t>
        <a:bodyPr/>
        <a:lstStyle/>
        <a:p>
          <a:r>
            <a:rPr lang="en-US"/>
            <a:t>- Current: Amazon integration supports single partner</a:t>
          </a:r>
        </a:p>
      </dgm:t>
    </dgm:pt>
    <dgm:pt modelId="{E8E1EF85-B9F3-4DFF-A1DF-6D0BFE22484D}" type="parTrans" cxnId="{A9F434A8-D069-40E3-B0D0-569BB90E0249}">
      <dgm:prSet/>
      <dgm:spPr/>
      <dgm:t>
        <a:bodyPr/>
        <a:lstStyle/>
        <a:p>
          <a:endParaRPr lang="en-US"/>
        </a:p>
      </dgm:t>
    </dgm:pt>
    <dgm:pt modelId="{C67C10FA-D8BA-4BA9-A134-F46C8BDF0870}" type="sibTrans" cxnId="{A9F434A8-D069-40E3-B0D0-569BB90E0249}">
      <dgm:prSet/>
      <dgm:spPr/>
      <dgm:t>
        <a:bodyPr/>
        <a:lstStyle/>
        <a:p>
          <a:endParaRPr lang="en-US"/>
        </a:p>
      </dgm:t>
    </dgm:pt>
    <dgm:pt modelId="{BB8332BC-2A62-4828-A864-02178CD610EA}">
      <dgm:prSet/>
      <dgm:spPr/>
      <dgm:t>
        <a:bodyPr/>
        <a:lstStyle/>
        <a:p>
          <a:r>
            <a:rPr lang="en-US"/>
            <a:t>- Phase 2: Framework supports unlimited partners</a:t>
          </a:r>
        </a:p>
      </dgm:t>
    </dgm:pt>
    <dgm:pt modelId="{61A1D68F-7802-408F-B828-35F2E2F4ECF8}" type="parTrans" cxnId="{0BA0D598-9B3B-4228-9974-E58E4A0E6720}">
      <dgm:prSet/>
      <dgm:spPr/>
      <dgm:t>
        <a:bodyPr/>
        <a:lstStyle/>
        <a:p>
          <a:endParaRPr lang="en-US"/>
        </a:p>
      </dgm:t>
    </dgm:pt>
    <dgm:pt modelId="{513C6537-E1FA-4817-9A2B-D390BB85E4D1}" type="sibTrans" cxnId="{0BA0D598-9B3B-4228-9974-E58E4A0E6720}">
      <dgm:prSet/>
      <dgm:spPr/>
      <dgm:t>
        <a:bodyPr/>
        <a:lstStyle/>
        <a:p>
          <a:endParaRPr lang="en-US"/>
        </a:p>
      </dgm:t>
    </dgm:pt>
    <dgm:pt modelId="{35FD27D2-849C-4215-932F-A754F0A16617}">
      <dgm:prSet/>
      <dgm:spPr/>
      <dgm:t>
        <a:bodyPr/>
        <a:lstStyle/>
        <a:p>
          <a:r>
            <a:rPr lang="en-US"/>
            <a:t>- ROI: First additional partner costs $35K, subsequent partners ~$5-10K each</a:t>
          </a:r>
        </a:p>
      </dgm:t>
    </dgm:pt>
    <dgm:pt modelId="{7A67B0F7-B193-46D2-AD6C-D1E0E6F32B6A}" type="parTrans" cxnId="{C99EDE14-8E51-4F9A-ACB8-5C5B7975E82D}">
      <dgm:prSet/>
      <dgm:spPr/>
      <dgm:t>
        <a:bodyPr/>
        <a:lstStyle/>
        <a:p>
          <a:endParaRPr lang="en-US"/>
        </a:p>
      </dgm:t>
    </dgm:pt>
    <dgm:pt modelId="{D34C690B-7B9A-415B-9F32-48410CE9C6AB}" type="sibTrans" cxnId="{C99EDE14-8E51-4F9A-ACB8-5C5B7975E82D}">
      <dgm:prSet/>
      <dgm:spPr/>
      <dgm:t>
        <a:bodyPr/>
        <a:lstStyle/>
        <a:p>
          <a:endParaRPr lang="en-US"/>
        </a:p>
      </dgm:t>
    </dgm:pt>
    <dgm:pt modelId="{6683C817-E27C-49B3-B128-288C069C6D81}">
      <dgm:prSet/>
      <dgm:spPr/>
      <dgm:t>
        <a:bodyPr/>
        <a:lstStyle/>
        <a:p>
          <a:r>
            <a:rPr lang="en-US"/>
            <a:t>- Timeline: Wayfair could be live by Q1 2026</a:t>
          </a:r>
        </a:p>
      </dgm:t>
    </dgm:pt>
    <dgm:pt modelId="{286339AB-4675-4559-8958-E8E97F081E8A}" type="parTrans" cxnId="{D96B2E02-1399-4E09-A125-19C0AB61456E}">
      <dgm:prSet/>
      <dgm:spPr/>
      <dgm:t>
        <a:bodyPr/>
        <a:lstStyle/>
        <a:p>
          <a:endParaRPr lang="en-US"/>
        </a:p>
      </dgm:t>
    </dgm:pt>
    <dgm:pt modelId="{EC2AB04A-7A74-46DC-B0F7-D580A5256B37}" type="sibTrans" cxnId="{D96B2E02-1399-4E09-A125-19C0AB61456E}">
      <dgm:prSet/>
      <dgm:spPr/>
      <dgm:t>
        <a:bodyPr/>
        <a:lstStyle/>
        <a:p>
          <a:endParaRPr lang="en-US"/>
        </a:p>
      </dgm:t>
    </dgm:pt>
    <dgm:pt modelId="{F270B5C4-2465-46EA-B3E2-A4672A3E7443}">
      <dgm:prSet/>
      <dgm:spPr/>
      <dgm:t>
        <a:bodyPr/>
        <a:lstStyle/>
        <a:p>
          <a:r>
            <a:rPr lang="en-US"/>
            <a:t>The existing codebase provides a solid foundation. The main effort is</a:t>
          </a:r>
        </a:p>
      </dgm:t>
    </dgm:pt>
    <dgm:pt modelId="{6A9294CF-7688-4669-A1A1-FEE50FA72D3D}" type="parTrans" cxnId="{51262351-4CD5-48A0-B638-AB9B34E046CA}">
      <dgm:prSet/>
      <dgm:spPr/>
      <dgm:t>
        <a:bodyPr/>
        <a:lstStyle/>
        <a:p>
          <a:endParaRPr lang="en-US"/>
        </a:p>
      </dgm:t>
    </dgm:pt>
    <dgm:pt modelId="{194022A7-B3DD-4739-B7D6-F6D49220039C}" type="sibTrans" cxnId="{51262351-4CD5-48A0-B638-AB9B34E046CA}">
      <dgm:prSet/>
      <dgm:spPr/>
      <dgm:t>
        <a:bodyPr/>
        <a:lstStyle/>
        <a:p>
          <a:endParaRPr lang="en-US"/>
        </a:p>
      </dgm:t>
    </dgm:pt>
    <dgm:pt modelId="{9AAEA83C-9545-48DD-AAD0-6DB21153BD14}">
      <dgm:prSet/>
      <dgm:spPr/>
      <dgm:t>
        <a:bodyPr/>
        <a:lstStyle/>
        <a:p>
          <a:r>
            <a:rPr lang="en-US"/>
            <a:t>creating the partner abstraction layer and configuration system, not</a:t>
          </a:r>
        </a:p>
      </dgm:t>
    </dgm:pt>
    <dgm:pt modelId="{C79FEAEE-BDFF-41C5-BD72-76EB6FA7BD7B}" type="parTrans" cxnId="{5864C9FD-E1E9-420A-B221-C5EE192EC3A2}">
      <dgm:prSet/>
      <dgm:spPr/>
      <dgm:t>
        <a:bodyPr/>
        <a:lstStyle/>
        <a:p>
          <a:endParaRPr lang="en-US"/>
        </a:p>
      </dgm:t>
    </dgm:pt>
    <dgm:pt modelId="{C511A733-B3B0-40F9-9424-B55FE76943F1}" type="sibTrans" cxnId="{5864C9FD-E1E9-420A-B221-C5EE192EC3A2}">
      <dgm:prSet/>
      <dgm:spPr/>
      <dgm:t>
        <a:bodyPr/>
        <a:lstStyle/>
        <a:p>
          <a:endParaRPr lang="en-US"/>
        </a:p>
      </dgm:t>
    </dgm:pt>
    <dgm:pt modelId="{2D0DE6E7-ADF6-454A-A29E-45A31742D0A1}">
      <dgm:prSet/>
      <dgm:spPr/>
      <dgm:t>
        <a:bodyPr/>
        <a:lstStyle/>
        <a:p>
          <a:r>
            <a:rPr lang="en-US"/>
            <a:t>rebuilding the API from scratch. This approach balances speed-to-market with</a:t>
          </a:r>
        </a:p>
      </dgm:t>
    </dgm:pt>
    <dgm:pt modelId="{71998DBB-F6FE-465B-AE2C-B6D2552EEAD0}" type="parTrans" cxnId="{72C77444-7A65-4716-A146-07303D8593E7}">
      <dgm:prSet/>
      <dgm:spPr/>
      <dgm:t>
        <a:bodyPr/>
        <a:lstStyle/>
        <a:p>
          <a:endParaRPr lang="en-US"/>
        </a:p>
      </dgm:t>
    </dgm:pt>
    <dgm:pt modelId="{40453F0F-E93D-42AB-B4C8-5AFD84F033A8}" type="sibTrans" cxnId="{72C77444-7A65-4716-A146-07303D8593E7}">
      <dgm:prSet/>
      <dgm:spPr/>
      <dgm:t>
        <a:bodyPr/>
        <a:lstStyle/>
        <a:p>
          <a:endParaRPr lang="en-US"/>
        </a:p>
      </dgm:t>
    </dgm:pt>
    <dgm:pt modelId="{5CDCAED2-47CA-4AF9-8540-3F98EAFCAC37}">
      <dgm:prSet/>
      <dgm:spPr/>
      <dgm:t>
        <a:bodyPr/>
        <a:lstStyle/>
        <a:p>
          <a:r>
            <a:rPr lang="en-US"/>
            <a:t>long-term scalability.</a:t>
          </a:r>
        </a:p>
      </dgm:t>
    </dgm:pt>
    <dgm:pt modelId="{DCEAC941-7496-4BE2-9D92-9DDF717B35EE}" type="parTrans" cxnId="{764D32B2-9525-4124-8B2D-76ADD6332A7A}">
      <dgm:prSet/>
      <dgm:spPr/>
      <dgm:t>
        <a:bodyPr/>
        <a:lstStyle/>
        <a:p>
          <a:endParaRPr lang="en-US"/>
        </a:p>
      </dgm:t>
    </dgm:pt>
    <dgm:pt modelId="{E5B849CE-FF04-460D-8400-A898FC1CFE18}" type="sibTrans" cxnId="{764D32B2-9525-4124-8B2D-76ADD6332A7A}">
      <dgm:prSet/>
      <dgm:spPr/>
      <dgm:t>
        <a:bodyPr/>
        <a:lstStyle/>
        <a:p>
          <a:endParaRPr lang="en-US"/>
        </a:p>
      </dgm:t>
    </dgm:pt>
    <dgm:pt modelId="{FC87D83E-99F1-4360-AEBA-F12354D172CD}" type="pres">
      <dgm:prSet presAssocID="{94241B6F-265F-4A20-A3D5-AD48CF979ED3}" presName="vert0" presStyleCnt="0">
        <dgm:presLayoutVars>
          <dgm:dir/>
          <dgm:animOne val="branch"/>
          <dgm:animLvl val="lvl"/>
        </dgm:presLayoutVars>
      </dgm:prSet>
      <dgm:spPr/>
    </dgm:pt>
    <dgm:pt modelId="{E9105572-B996-49B8-906C-C3F736480BAD}" type="pres">
      <dgm:prSet presAssocID="{9BA0E5C9-716C-4895-AB7B-68F0E2C29BB6}" presName="thickLine" presStyleLbl="alignNode1" presStyleIdx="0" presStyleCnt="26"/>
      <dgm:spPr/>
    </dgm:pt>
    <dgm:pt modelId="{3746CD58-EEE0-4B8F-A911-34D020D35A6D}" type="pres">
      <dgm:prSet presAssocID="{9BA0E5C9-716C-4895-AB7B-68F0E2C29BB6}" presName="horz1" presStyleCnt="0"/>
      <dgm:spPr/>
    </dgm:pt>
    <dgm:pt modelId="{71DDAEB9-BE42-418E-B9D5-F884B4A95FCD}" type="pres">
      <dgm:prSet presAssocID="{9BA0E5C9-716C-4895-AB7B-68F0E2C29BB6}" presName="tx1" presStyleLbl="revTx" presStyleIdx="0" presStyleCnt="26"/>
      <dgm:spPr/>
    </dgm:pt>
    <dgm:pt modelId="{2BAB3E3B-DD56-4E5A-BA16-C26FAB0A8EBD}" type="pres">
      <dgm:prSet presAssocID="{9BA0E5C9-716C-4895-AB7B-68F0E2C29BB6}" presName="vert1" presStyleCnt="0"/>
      <dgm:spPr/>
    </dgm:pt>
    <dgm:pt modelId="{B1A027C5-0937-4527-B7B5-5E3641B54E60}" type="pres">
      <dgm:prSet presAssocID="{223E6C3F-9528-4930-89BC-FA8C001DF3BF}" presName="thickLine" presStyleLbl="alignNode1" presStyleIdx="1" presStyleCnt="26"/>
      <dgm:spPr/>
    </dgm:pt>
    <dgm:pt modelId="{B61F73E3-6FBF-4DD1-B694-FBD451C0E0F0}" type="pres">
      <dgm:prSet presAssocID="{223E6C3F-9528-4930-89BC-FA8C001DF3BF}" presName="horz1" presStyleCnt="0"/>
      <dgm:spPr/>
    </dgm:pt>
    <dgm:pt modelId="{DE8CCC84-3C9B-4E51-B7DE-E12E9D3BA2AE}" type="pres">
      <dgm:prSet presAssocID="{223E6C3F-9528-4930-89BC-FA8C001DF3BF}" presName="tx1" presStyleLbl="revTx" presStyleIdx="1" presStyleCnt="26"/>
      <dgm:spPr/>
    </dgm:pt>
    <dgm:pt modelId="{17E18C0B-495E-4E46-A98A-448356A593CD}" type="pres">
      <dgm:prSet presAssocID="{223E6C3F-9528-4930-89BC-FA8C001DF3BF}" presName="vert1" presStyleCnt="0"/>
      <dgm:spPr/>
    </dgm:pt>
    <dgm:pt modelId="{D11F24E4-40EB-458E-8D61-FCC0ADA256F1}" type="pres">
      <dgm:prSet presAssocID="{4DCDB8F5-7904-42F3-87B4-FE230BF1CC19}" presName="thickLine" presStyleLbl="alignNode1" presStyleIdx="2" presStyleCnt="26"/>
      <dgm:spPr/>
    </dgm:pt>
    <dgm:pt modelId="{B724F47A-3204-44D8-8FD1-8DB9135BE098}" type="pres">
      <dgm:prSet presAssocID="{4DCDB8F5-7904-42F3-87B4-FE230BF1CC19}" presName="horz1" presStyleCnt="0"/>
      <dgm:spPr/>
    </dgm:pt>
    <dgm:pt modelId="{6E133012-43DA-49F9-B5F6-636060068E03}" type="pres">
      <dgm:prSet presAssocID="{4DCDB8F5-7904-42F3-87B4-FE230BF1CC19}" presName="tx1" presStyleLbl="revTx" presStyleIdx="2" presStyleCnt="26"/>
      <dgm:spPr/>
    </dgm:pt>
    <dgm:pt modelId="{4E79A374-5DEB-4661-A5A6-7FE4B02F9CD7}" type="pres">
      <dgm:prSet presAssocID="{4DCDB8F5-7904-42F3-87B4-FE230BF1CC19}" presName="vert1" presStyleCnt="0"/>
      <dgm:spPr/>
    </dgm:pt>
    <dgm:pt modelId="{38C17471-4EB3-45F5-B7AC-57C691368B68}" type="pres">
      <dgm:prSet presAssocID="{1742FEFD-0A09-4966-923B-17BECFFD6417}" presName="thickLine" presStyleLbl="alignNode1" presStyleIdx="3" presStyleCnt="26"/>
      <dgm:spPr/>
    </dgm:pt>
    <dgm:pt modelId="{E3EF64E0-03CB-4859-AFC0-F5FF5143AE51}" type="pres">
      <dgm:prSet presAssocID="{1742FEFD-0A09-4966-923B-17BECFFD6417}" presName="horz1" presStyleCnt="0"/>
      <dgm:spPr/>
    </dgm:pt>
    <dgm:pt modelId="{0052857F-B515-41E2-8801-8F2A42C69B00}" type="pres">
      <dgm:prSet presAssocID="{1742FEFD-0A09-4966-923B-17BECFFD6417}" presName="tx1" presStyleLbl="revTx" presStyleIdx="3" presStyleCnt="26"/>
      <dgm:spPr/>
    </dgm:pt>
    <dgm:pt modelId="{3F9BE844-7C03-4FE5-8B1B-F55413F29C1D}" type="pres">
      <dgm:prSet presAssocID="{1742FEFD-0A09-4966-923B-17BECFFD6417}" presName="vert1" presStyleCnt="0"/>
      <dgm:spPr/>
    </dgm:pt>
    <dgm:pt modelId="{C0A579F1-C214-4B84-8377-F987B83BC69E}" type="pres">
      <dgm:prSet presAssocID="{2E07F636-A94C-4B5F-B9B1-C1E9CE4B207E}" presName="thickLine" presStyleLbl="alignNode1" presStyleIdx="4" presStyleCnt="26"/>
      <dgm:spPr/>
    </dgm:pt>
    <dgm:pt modelId="{2BA51283-EC8C-43A1-8628-F9691D2FDF6A}" type="pres">
      <dgm:prSet presAssocID="{2E07F636-A94C-4B5F-B9B1-C1E9CE4B207E}" presName="horz1" presStyleCnt="0"/>
      <dgm:spPr/>
    </dgm:pt>
    <dgm:pt modelId="{E1A352A6-5564-4FAC-B978-BDD633120BE7}" type="pres">
      <dgm:prSet presAssocID="{2E07F636-A94C-4B5F-B9B1-C1E9CE4B207E}" presName="tx1" presStyleLbl="revTx" presStyleIdx="4" presStyleCnt="26"/>
      <dgm:spPr/>
    </dgm:pt>
    <dgm:pt modelId="{423AB7D7-8130-48E2-8AB5-806AE657BFE9}" type="pres">
      <dgm:prSet presAssocID="{2E07F636-A94C-4B5F-B9B1-C1E9CE4B207E}" presName="vert1" presStyleCnt="0"/>
      <dgm:spPr/>
    </dgm:pt>
    <dgm:pt modelId="{84BE61A7-FCD6-4482-BB8D-B4C05BC9175D}" type="pres">
      <dgm:prSet presAssocID="{1926372B-4592-4102-9E9A-1A5BDBCC4478}" presName="thickLine" presStyleLbl="alignNode1" presStyleIdx="5" presStyleCnt="26"/>
      <dgm:spPr/>
    </dgm:pt>
    <dgm:pt modelId="{E7FB5EBE-E1B1-41D6-9FC7-2BC903C88CBE}" type="pres">
      <dgm:prSet presAssocID="{1926372B-4592-4102-9E9A-1A5BDBCC4478}" presName="horz1" presStyleCnt="0"/>
      <dgm:spPr/>
    </dgm:pt>
    <dgm:pt modelId="{429EADAF-4247-4A10-A016-22749CF6EFE7}" type="pres">
      <dgm:prSet presAssocID="{1926372B-4592-4102-9E9A-1A5BDBCC4478}" presName="tx1" presStyleLbl="revTx" presStyleIdx="5" presStyleCnt="26"/>
      <dgm:spPr/>
    </dgm:pt>
    <dgm:pt modelId="{B344D4C1-9290-4E33-B1E2-105ECB63447A}" type="pres">
      <dgm:prSet presAssocID="{1926372B-4592-4102-9E9A-1A5BDBCC4478}" presName="vert1" presStyleCnt="0"/>
      <dgm:spPr/>
    </dgm:pt>
    <dgm:pt modelId="{7E8EEC7F-A551-4BCD-8A1A-7E6FE5101DC9}" type="pres">
      <dgm:prSet presAssocID="{457DA59C-2740-4EE8-9EB2-5C28095396EF}" presName="thickLine" presStyleLbl="alignNode1" presStyleIdx="6" presStyleCnt="26"/>
      <dgm:spPr/>
    </dgm:pt>
    <dgm:pt modelId="{9F428F8D-FB48-4C22-A35E-100CDD9AD3E3}" type="pres">
      <dgm:prSet presAssocID="{457DA59C-2740-4EE8-9EB2-5C28095396EF}" presName="horz1" presStyleCnt="0"/>
      <dgm:spPr/>
    </dgm:pt>
    <dgm:pt modelId="{D4958D47-0B84-40D8-80D5-CB32E51F89BD}" type="pres">
      <dgm:prSet presAssocID="{457DA59C-2740-4EE8-9EB2-5C28095396EF}" presName="tx1" presStyleLbl="revTx" presStyleIdx="6" presStyleCnt="26"/>
      <dgm:spPr/>
    </dgm:pt>
    <dgm:pt modelId="{3902D244-050D-40AF-8893-80EBEFABCE54}" type="pres">
      <dgm:prSet presAssocID="{457DA59C-2740-4EE8-9EB2-5C28095396EF}" presName="vert1" presStyleCnt="0"/>
      <dgm:spPr/>
    </dgm:pt>
    <dgm:pt modelId="{A815A426-1BC9-40A8-AA87-D66A97660683}" type="pres">
      <dgm:prSet presAssocID="{9B149BF5-5707-4F0F-B44B-846568E03483}" presName="thickLine" presStyleLbl="alignNode1" presStyleIdx="7" presStyleCnt="26"/>
      <dgm:spPr/>
    </dgm:pt>
    <dgm:pt modelId="{6B0ED8BE-3B1F-4A10-99D1-E791C2752F51}" type="pres">
      <dgm:prSet presAssocID="{9B149BF5-5707-4F0F-B44B-846568E03483}" presName="horz1" presStyleCnt="0"/>
      <dgm:spPr/>
    </dgm:pt>
    <dgm:pt modelId="{B5CBE030-D6D4-4219-B16A-63E4F765C695}" type="pres">
      <dgm:prSet presAssocID="{9B149BF5-5707-4F0F-B44B-846568E03483}" presName="tx1" presStyleLbl="revTx" presStyleIdx="7" presStyleCnt="26"/>
      <dgm:spPr/>
    </dgm:pt>
    <dgm:pt modelId="{F6B88E26-3558-4C3D-AB8F-C7334592C5E5}" type="pres">
      <dgm:prSet presAssocID="{9B149BF5-5707-4F0F-B44B-846568E03483}" presName="vert1" presStyleCnt="0"/>
      <dgm:spPr/>
    </dgm:pt>
    <dgm:pt modelId="{A087E1EF-CCD5-4D86-8D7C-6F022A3D0160}" type="pres">
      <dgm:prSet presAssocID="{CEF5F7EB-05FE-4597-9F9E-7EE762856519}" presName="thickLine" presStyleLbl="alignNode1" presStyleIdx="8" presStyleCnt="26"/>
      <dgm:spPr/>
    </dgm:pt>
    <dgm:pt modelId="{094271B8-F5D1-4FE8-B8C7-8C4828A538FC}" type="pres">
      <dgm:prSet presAssocID="{CEF5F7EB-05FE-4597-9F9E-7EE762856519}" presName="horz1" presStyleCnt="0"/>
      <dgm:spPr/>
    </dgm:pt>
    <dgm:pt modelId="{2F92D753-C2DB-462D-9C9A-47CD993DA231}" type="pres">
      <dgm:prSet presAssocID="{CEF5F7EB-05FE-4597-9F9E-7EE762856519}" presName="tx1" presStyleLbl="revTx" presStyleIdx="8" presStyleCnt="26"/>
      <dgm:spPr/>
    </dgm:pt>
    <dgm:pt modelId="{DEFD8BD8-31B6-4AAF-8776-06E4AFC85CED}" type="pres">
      <dgm:prSet presAssocID="{CEF5F7EB-05FE-4597-9F9E-7EE762856519}" presName="vert1" presStyleCnt="0"/>
      <dgm:spPr/>
    </dgm:pt>
    <dgm:pt modelId="{BF52900B-D90F-4938-80FD-53F798664217}" type="pres">
      <dgm:prSet presAssocID="{66416B51-3D24-469F-A235-89AE4BDE39E5}" presName="thickLine" presStyleLbl="alignNode1" presStyleIdx="9" presStyleCnt="26"/>
      <dgm:spPr/>
    </dgm:pt>
    <dgm:pt modelId="{50A78D2A-8307-4672-B26E-CEE09621F8BC}" type="pres">
      <dgm:prSet presAssocID="{66416B51-3D24-469F-A235-89AE4BDE39E5}" presName="horz1" presStyleCnt="0"/>
      <dgm:spPr/>
    </dgm:pt>
    <dgm:pt modelId="{590A5F9E-4CB5-4276-9D63-0D30C06E6C00}" type="pres">
      <dgm:prSet presAssocID="{66416B51-3D24-469F-A235-89AE4BDE39E5}" presName="tx1" presStyleLbl="revTx" presStyleIdx="9" presStyleCnt="26"/>
      <dgm:spPr/>
    </dgm:pt>
    <dgm:pt modelId="{C17C3DE5-C086-4C48-9AC0-6AFFE00F463C}" type="pres">
      <dgm:prSet presAssocID="{66416B51-3D24-469F-A235-89AE4BDE39E5}" presName="vert1" presStyleCnt="0"/>
      <dgm:spPr/>
    </dgm:pt>
    <dgm:pt modelId="{043A4226-D951-4401-8744-3BB42BBE3F79}" type="pres">
      <dgm:prSet presAssocID="{B02D47F2-BCCD-419F-B3C2-C3832F2A3F3C}" presName="thickLine" presStyleLbl="alignNode1" presStyleIdx="10" presStyleCnt="26"/>
      <dgm:spPr/>
    </dgm:pt>
    <dgm:pt modelId="{403F06A1-4940-44DA-A98B-081A5BC3CEDF}" type="pres">
      <dgm:prSet presAssocID="{B02D47F2-BCCD-419F-B3C2-C3832F2A3F3C}" presName="horz1" presStyleCnt="0"/>
      <dgm:spPr/>
    </dgm:pt>
    <dgm:pt modelId="{D1DDDD81-ED5E-45F6-A441-30E466C06A3C}" type="pres">
      <dgm:prSet presAssocID="{B02D47F2-BCCD-419F-B3C2-C3832F2A3F3C}" presName="tx1" presStyleLbl="revTx" presStyleIdx="10" presStyleCnt="26"/>
      <dgm:spPr/>
    </dgm:pt>
    <dgm:pt modelId="{B422BD16-D112-4841-89BE-76EFFFF22528}" type="pres">
      <dgm:prSet presAssocID="{B02D47F2-BCCD-419F-B3C2-C3832F2A3F3C}" presName="vert1" presStyleCnt="0"/>
      <dgm:spPr/>
    </dgm:pt>
    <dgm:pt modelId="{938F9353-7D6E-4985-8D2A-3C13DD3E9475}" type="pres">
      <dgm:prSet presAssocID="{0D1E0CEB-952F-4AD6-9582-C7AD3839857B}" presName="thickLine" presStyleLbl="alignNode1" presStyleIdx="11" presStyleCnt="26"/>
      <dgm:spPr/>
    </dgm:pt>
    <dgm:pt modelId="{2D0DF895-B2D4-470A-B4E5-F12BADED9096}" type="pres">
      <dgm:prSet presAssocID="{0D1E0CEB-952F-4AD6-9582-C7AD3839857B}" presName="horz1" presStyleCnt="0"/>
      <dgm:spPr/>
    </dgm:pt>
    <dgm:pt modelId="{C0250B89-6B1F-4E75-86D0-8D130706D7E0}" type="pres">
      <dgm:prSet presAssocID="{0D1E0CEB-952F-4AD6-9582-C7AD3839857B}" presName="tx1" presStyleLbl="revTx" presStyleIdx="11" presStyleCnt="26"/>
      <dgm:spPr/>
    </dgm:pt>
    <dgm:pt modelId="{C1BEE168-8B3B-4643-B2FC-3FC1E75EA84D}" type="pres">
      <dgm:prSet presAssocID="{0D1E0CEB-952F-4AD6-9582-C7AD3839857B}" presName="vert1" presStyleCnt="0"/>
      <dgm:spPr/>
    </dgm:pt>
    <dgm:pt modelId="{B2E79DA4-33D8-42B6-875A-C4C8D5A57C2C}" type="pres">
      <dgm:prSet presAssocID="{950A2700-B727-4BD8-81C1-A03443296665}" presName="thickLine" presStyleLbl="alignNode1" presStyleIdx="12" presStyleCnt="26"/>
      <dgm:spPr/>
    </dgm:pt>
    <dgm:pt modelId="{FC927932-2F96-4627-B1D7-D65C64CEB6FD}" type="pres">
      <dgm:prSet presAssocID="{950A2700-B727-4BD8-81C1-A03443296665}" presName="horz1" presStyleCnt="0"/>
      <dgm:spPr/>
    </dgm:pt>
    <dgm:pt modelId="{B6E4C4FC-4070-48D7-82F3-7656E8EAAF68}" type="pres">
      <dgm:prSet presAssocID="{950A2700-B727-4BD8-81C1-A03443296665}" presName="tx1" presStyleLbl="revTx" presStyleIdx="12" presStyleCnt="26"/>
      <dgm:spPr/>
    </dgm:pt>
    <dgm:pt modelId="{717078D3-32ED-4A02-9FCC-E1A2887887DF}" type="pres">
      <dgm:prSet presAssocID="{950A2700-B727-4BD8-81C1-A03443296665}" presName="vert1" presStyleCnt="0"/>
      <dgm:spPr/>
    </dgm:pt>
    <dgm:pt modelId="{4E17BB1A-8236-498C-B857-965F24A2BBC1}" type="pres">
      <dgm:prSet presAssocID="{8C64B1D5-672E-46A8-8FDC-0C00144A5654}" presName="thickLine" presStyleLbl="alignNode1" presStyleIdx="13" presStyleCnt="26"/>
      <dgm:spPr/>
    </dgm:pt>
    <dgm:pt modelId="{C7F8BE71-41D3-452C-B8ED-7BA43164D70F}" type="pres">
      <dgm:prSet presAssocID="{8C64B1D5-672E-46A8-8FDC-0C00144A5654}" presName="horz1" presStyleCnt="0"/>
      <dgm:spPr/>
    </dgm:pt>
    <dgm:pt modelId="{0BA40F4A-08D5-456B-B31F-33E0377FC276}" type="pres">
      <dgm:prSet presAssocID="{8C64B1D5-672E-46A8-8FDC-0C00144A5654}" presName="tx1" presStyleLbl="revTx" presStyleIdx="13" presStyleCnt="26"/>
      <dgm:spPr/>
    </dgm:pt>
    <dgm:pt modelId="{7052EF83-D6E3-4049-A2B5-2309A007B474}" type="pres">
      <dgm:prSet presAssocID="{8C64B1D5-672E-46A8-8FDC-0C00144A5654}" presName="vert1" presStyleCnt="0"/>
      <dgm:spPr/>
    </dgm:pt>
    <dgm:pt modelId="{FA608F48-3192-46E7-91C2-DA87EB663ED8}" type="pres">
      <dgm:prSet presAssocID="{C9B6658C-1A5B-4B63-9291-9D10DBC25A88}" presName="thickLine" presStyleLbl="alignNode1" presStyleIdx="14" presStyleCnt="26"/>
      <dgm:spPr/>
    </dgm:pt>
    <dgm:pt modelId="{3F43A41F-03AF-4260-81F6-7F13A6665CC8}" type="pres">
      <dgm:prSet presAssocID="{C9B6658C-1A5B-4B63-9291-9D10DBC25A88}" presName="horz1" presStyleCnt="0"/>
      <dgm:spPr/>
    </dgm:pt>
    <dgm:pt modelId="{2C6D99ED-9BAB-4A27-9EA9-EC0CAE9557F9}" type="pres">
      <dgm:prSet presAssocID="{C9B6658C-1A5B-4B63-9291-9D10DBC25A88}" presName="tx1" presStyleLbl="revTx" presStyleIdx="14" presStyleCnt="26"/>
      <dgm:spPr/>
    </dgm:pt>
    <dgm:pt modelId="{721BB3CB-D6F8-46A3-BFEB-A63995801C70}" type="pres">
      <dgm:prSet presAssocID="{C9B6658C-1A5B-4B63-9291-9D10DBC25A88}" presName="vert1" presStyleCnt="0"/>
      <dgm:spPr/>
    </dgm:pt>
    <dgm:pt modelId="{5DDA5075-3CF1-44AE-85DE-52B35ABBAC0C}" type="pres">
      <dgm:prSet presAssocID="{1D851FA3-360E-4D95-86D7-73F127674AA9}" presName="thickLine" presStyleLbl="alignNode1" presStyleIdx="15" presStyleCnt="26"/>
      <dgm:spPr/>
    </dgm:pt>
    <dgm:pt modelId="{9E65A39E-4E1C-42BC-90C6-CAD65DF1BCAB}" type="pres">
      <dgm:prSet presAssocID="{1D851FA3-360E-4D95-86D7-73F127674AA9}" presName="horz1" presStyleCnt="0"/>
      <dgm:spPr/>
    </dgm:pt>
    <dgm:pt modelId="{A887618D-FF40-4CFE-896F-1D72EF4F3699}" type="pres">
      <dgm:prSet presAssocID="{1D851FA3-360E-4D95-86D7-73F127674AA9}" presName="tx1" presStyleLbl="revTx" presStyleIdx="15" presStyleCnt="26"/>
      <dgm:spPr/>
    </dgm:pt>
    <dgm:pt modelId="{3B53B4A3-F2F0-4043-9DC4-3AD6FCFAB2F5}" type="pres">
      <dgm:prSet presAssocID="{1D851FA3-360E-4D95-86D7-73F127674AA9}" presName="vert1" presStyleCnt="0"/>
      <dgm:spPr/>
    </dgm:pt>
    <dgm:pt modelId="{A90B6FBD-9B79-47B3-946E-26C25AFCE38D}" type="pres">
      <dgm:prSet presAssocID="{556D55A9-6852-465A-A251-CAD2E9723EB8}" presName="thickLine" presStyleLbl="alignNode1" presStyleIdx="16" presStyleCnt="26"/>
      <dgm:spPr/>
    </dgm:pt>
    <dgm:pt modelId="{3957577F-A33B-424D-945D-9FC8DB57097C}" type="pres">
      <dgm:prSet presAssocID="{556D55A9-6852-465A-A251-CAD2E9723EB8}" presName="horz1" presStyleCnt="0"/>
      <dgm:spPr/>
    </dgm:pt>
    <dgm:pt modelId="{8E994932-F591-4904-8FD6-5F798BAF5828}" type="pres">
      <dgm:prSet presAssocID="{556D55A9-6852-465A-A251-CAD2E9723EB8}" presName="tx1" presStyleLbl="revTx" presStyleIdx="16" presStyleCnt="26"/>
      <dgm:spPr/>
    </dgm:pt>
    <dgm:pt modelId="{204DA630-7365-40C7-8263-BDCCEC5AB513}" type="pres">
      <dgm:prSet presAssocID="{556D55A9-6852-465A-A251-CAD2E9723EB8}" presName="vert1" presStyleCnt="0"/>
      <dgm:spPr/>
    </dgm:pt>
    <dgm:pt modelId="{A4573C57-117E-4307-B90B-A26CCD0C95C4}" type="pres">
      <dgm:prSet presAssocID="{8AC559C6-E616-4232-AA95-864C0A874C57}" presName="thickLine" presStyleLbl="alignNode1" presStyleIdx="17" presStyleCnt="26"/>
      <dgm:spPr/>
    </dgm:pt>
    <dgm:pt modelId="{09B84285-0C3D-4126-912B-CBD7F9F62C6C}" type="pres">
      <dgm:prSet presAssocID="{8AC559C6-E616-4232-AA95-864C0A874C57}" presName="horz1" presStyleCnt="0"/>
      <dgm:spPr/>
    </dgm:pt>
    <dgm:pt modelId="{E001E931-157F-498B-AA4A-8B22F2D50B7F}" type="pres">
      <dgm:prSet presAssocID="{8AC559C6-E616-4232-AA95-864C0A874C57}" presName="tx1" presStyleLbl="revTx" presStyleIdx="17" presStyleCnt="26"/>
      <dgm:spPr/>
    </dgm:pt>
    <dgm:pt modelId="{408B3AC6-15E6-41A5-B2D1-0786C2AC069C}" type="pres">
      <dgm:prSet presAssocID="{8AC559C6-E616-4232-AA95-864C0A874C57}" presName="vert1" presStyleCnt="0"/>
      <dgm:spPr/>
    </dgm:pt>
    <dgm:pt modelId="{3F3BE6B1-6CD5-4200-9EBD-86A9A12C2471}" type="pres">
      <dgm:prSet presAssocID="{F38B8FC2-0A60-4F0F-A1E3-E6C38747F84C}" presName="thickLine" presStyleLbl="alignNode1" presStyleIdx="18" presStyleCnt="26"/>
      <dgm:spPr/>
    </dgm:pt>
    <dgm:pt modelId="{FFB9D651-A5C8-44BD-A35F-C51CAA44FD87}" type="pres">
      <dgm:prSet presAssocID="{F38B8FC2-0A60-4F0F-A1E3-E6C38747F84C}" presName="horz1" presStyleCnt="0"/>
      <dgm:spPr/>
    </dgm:pt>
    <dgm:pt modelId="{1FA96B27-A55C-4E16-B848-F64CD51B9B9A}" type="pres">
      <dgm:prSet presAssocID="{F38B8FC2-0A60-4F0F-A1E3-E6C38747F84C}" presName="tx1" presStyleLbl="revTx" presStyleIdx="18" presStyleCnt="26"/>
      <dgm:spPr/>
    </dgm:pt>
    <dgm:pt modelId="{EF319E3A-FD59-47D7-B25E-901A8E2AB951}" type="pres">
      <dgm:prSet presAssocID="{F38B8FC2-0A60-4F0F-A1E3-E6C38747F84C}" presName="vert1" presStyleCnt="0"/>
      <dgm:spPr/>
    </dgm:pt>
    <dgm:pt modelId="{026DFD26-97E0-42A8-9FF5-DF8C8F624AD5}" type="pres">
      <dgm:prSet presAssocID="{BB8332BC-2A62-4828-A864-02178CD610EA}" presName="thickLine" presStyleLbl="alignNode1" presStyleIdx="19" presStyleCnt="26"/>
      <dgm:spPr/>
    </dgm:pt>
    <dgm:pt modelId="{79A5E433-72A5-4B97-A094-76738636EBA9}" type="pres">
      <dgm:prSet presAssocID="{BB8332BC-2A62-4828-A864-02178CD610EA}" presName="horz1" presStyleCnt="0"/>
      <dgm:spPr/>
    </dgm:pt>
    <dgm:pt modelId="{FF0E0621-4117-45F9-A8CE-8D2109CEFB8C}" type="pres">
      <dgm:prSet presAssocID="{BB8332BC-2A62-4828-A864-02178CD610EA}" presName="tx1" presStyleLbl="revTx" presStyleIdx="19" presStyleCnt="26"/>
      <dgm:spPr/>
    </dgm:pt>
    <dgm:pt modelId="{B1435A39-A8B4-4B57-8E11-345C3C944236}" type="pres">
      <dgm:prSet presAssocID="{BB8332BC-2A62-4828-A864-02178CD610EA}" presName="vert1" presStyleCnt="0"/>
      <dgm:spPr/>
    </dgm:pt>
    <dgm:pt modelId="{548DD3C9-181A-466E-88F1-200884C0000E}" type="pres">
      <dgm:prSet presAssocID="{35FD27D2-849C-4215-932F-A754F0A16617}" presName="thickLine" presStyleLbl="alignNode1" presStyleIdx="20" presStyleCnt="26"/>
      <dgm:spPr/>
    </dgm:pt>
    <dgm:pt modelId="{32FB3B88-06FF-4E3D-82F7-8FEA640B2581}" type="pres">
      <dgm:prSet presAssocID="{35FD27D2-849C-4215-932F-A754F0A16617}" presName="horz1" presStyleCnt="0"/>
      <dgm:spPr/>
    </dgm:pt>
    <dgm:pt modelId="{0FFBADE9-D4B6-4909-9639-82697D145EE7}" type="pres">
      <dgm:prSet presAssocID="{35FD27D2-849C-4215-932F-A754F0A16617}" presName="tx1" presStyleLbl="revTx" presStyleIdx="20" presStyleCnt="26"/>
      <dgm:spPr/>
    </dgm:pt>
    <dgm:pt modelId="{AF35608C-BA97-44A0-BF1C-FD88AC2AF65B}" type="pres">
      <dgm:prSet presAssocID="{35FD27D2-849C-4215-932F-A754F0A16617}" presName="vert1" presStyleCnt="0"/>
      <dgm:spPr/>
    </dgm:pt>
    <dgm:pt modelId="{5FE4269E-84BE-4F55-9A29-8EF206C9A549}" type="pres">
      <dgm:prSet presAssocID="{6683C817-E27C-49B3-B128-288C069C6D81}" presName="thickLine" presStyleLbl="alignNode1" presStyleIdx="21" presStyleCnt="26"/>
      <dgm:spPr/>
    </dgm:pt>
    <dgm:pt modelId="{CA4482BB-88B3-4215-A950-D5E07618EC54}" type="pres">
      <dgm:prSet presAssocID="{6683C817-E27C-49B3-B128-288C069C6D81}" presName="horz1" presStyleCnt="0"/>
      <dgm:spPr/>
    </dgm:pt>
    <dgm:pt modelId="{4D1296DB-0CC6-4FEB-83E7-2623D0BBBBC3}" type="pres">
      <dgm:prSet presAssocID="{6683C817-E27C-49B3-B128-288C069C6D81}" presName="tx1" presStyleLbl="revTx" presStyleIdx="21" presStyleCnt="26"/>
      <dgm:spPr/>
    </dgm:pt>
    <dgm:pt modelId="{96388FCE-E808-4AD5-942F-24124CE86F42}" type="pres">
      <dgm:prSet presAssocID="{6683C817-E27C-49B3-B128-288C069C6D81}" presName="vert1" presStyleCnt="0"/>
      <dgm:spPr/>
    </dgm:pt>
    <dgm:pt modelId="{EFDBBEB0-24E6-4B12-9207-9FE816EF0EE1}" type="pres">
      <dgm:prSet presAssocID="{F270B5C4-2465-46EA-B3E2-A4672A3E7443}" presName="thickLine" presStyleLbl="alignNode1" presStyleIdx="22" presStyleCnt="26"/>
      <dgm:spPr/>
    </dgm:pt>
    <dgm:pt modelId="{D4DA439A-18D7-4A7F-A65A-658134B627E7}" type="pres">
      <dgm:prSet presAssocID="{F270B5C4-2465-46EA-B3E2-A4672A3E7443}" presName="horz1" presStyleCnt="0"/>
      <dgm:spPr/>
    </dgm:pt>
    <dgm:pt modelId="{B1108394-1767-4618-9644-1E0BDA46B6C5}" type="pres">
      <dgm:prSet presAssocID="{F270B5C4-2465-46EA-B3E2-A4672A3E7443}" presName="tx1" presStyleLbl="revTx" presStyleIdx="22" presStyleCnt="26"/>
      <dgm:spPr/>
    </dgm:pt>
    <dgm:pt modelId="{8FCBF2F7-4B6E-408E-8012-ACA0BE777CCA}" type="pres">
      <dgm:prSet presAssocID="{F270B5C4-2465-46EA-B3E2-A4672A3E7443}" presName="vert1" presStyleCnt="0"/>
      <dgm:spPr/>
    </dgm:pt>
    <dgm:pt modelId="{36304089-5AD7-4D84-90E7-FE4D740DD0EE}" type="pres">
      <dgm:prSet presAssocID="{9AAEA83C-9545-48DD-AAD0-6DB21153BD14}" presName="thickLine" presStyleLbl="alignNode1" presStyleIdx="23" presStyleCnt="26"/>
      <dgm:spPr/>
    </dgm:pt>
    <dgm:pt modelId="{ACAD2F08-A9A3-4A27-BA5A-EBCA5BEED236}" type="pres">
      <dgm:prSet presAssocID="{9AAEA83C-9545-48DD-AAD0-6DB21153BD14}" presName="horz1" presStyleCnt="0"/>
      <dgm:spPr/>
    </dgm:pt>
    <dgm:pt modelId="{1D186549-193B-4CFF-B952-9978F14A19AC}" type="pres">
      <dgm:prSet presAssocID="{9AAEA83C-9545-48DD-AAD0-6DB21153BD14}" presName="tx1" presStyleLbl="revTx" presStyleIdx="23" presStyleCnt="26"/>
      <dgm:spPr/>
    </dgm:pt>
    <dgm:pt modelId="{7E52935A-0883-46A0-BD50-300A1C5EDD1C}" type="pres">
      <dgm:prSet presAssocID="{9AAEA83C-9545-48DD-AAD0-6DB21153BD14}" presName="vert1" presStyleCnt="0"/>
      <dgm:spPr/>
    </dgm:pt>
    <dgm:pt modelId="{F4EFDF38-A938-480E-8B28-E6D95AF2793F}" type="pres">
      <dgm:prSet presAssocID="{2D0DE6E7-ADF6-454A-A29E-45A31742D0A1}" presName="thickLine" presStyleLbl="alignNode1" presStyleIdx="24" presStyleCnt="26"/>
      <dgm:spPr/>
    </dgm:pt>
    <dgm:pt modelId="{6969A86D-FD41-43B8-84F3-92F88FF84F51}" type="pres">
      <dgm:prSet presAssocID="{2D0DE6E7-ADF6-454A-A29E-45A31742D0A1}" presName="horz1" presStyleCnt="0"/>
      <dgm:spPr/>
    </dgm:pt>
    <dgm:pt modelId="{D2150888-0602-477D-ADD7-A2098210D3E9}" type="pres">
      <dgm:prSet presAssocID="{2D0DE6E7-ADF6-454A-A29E-45A31742D0A1}" presName="tx1" presStyleLbl="revTx" presStyleIdx="24" presStyleCnt="26"/>
      <dgm:spPr/>
    </dgm:pt>
    <dgm:pt modelId="{7C1B4054-4A6B-4697-BDB0-908D720F3047}" type="pres">
      <dgm:prSet presAssocID="{2D0DE6E7-ADF6-454A-A29E-45A31742D0A1}" presName="vert1" presStyleCnt="0"/>
      <dgm:spPr/>
    </dgm:pt>
    <dgm:pt modelId="{4DD89C2E-87CA-47D2-887C-A40C9AF9F6FE}" type="pres">
      <dgm:prSet presAssocID="{5CDCAED2-47CA-4AF9-8540-3F98EAFCAC37}" presName="thickLine" presStyleLbl="alignNode1" presStyleIdx="25" presStyleCnt="26"/>
      <dgm:spPr/>
    </dgm:pt>
    <dgm:pt modelId="{9F78E089-C0BA-4077-B68C-14604CE4D771}" type="pres">
      <dgm:prSet presAssocID="{5CDCAED2-47CA-4AF9-8540-3F98EAFCAC37}" presName="horz1" presStyleCnt="0"/>
      <dgm:spPr/>
    </dgm:pt>
    <dgm:pt modelId="{A576420F-D999-4B8A-B7AB-DC890CEC5990}" type="pres">
      <dgm:prSet presAssocID="{5CDCAED2-47CA-4AF9-8540-3F98EAFCAC37}" presName="tx1" presStyleLbl="revTx" presStyleIdx="25" presStyleCnt="26"/>
      <dgm:spPr/>
    </dgm:pt>
    <dgm:pt modelId="{9B34C396-383F-4498-B9C3-CD08CF52AE11}" type="pres">
      <dgm:prSet presAssocID="{5CDCAED2-47CA-4AF9-8540-3F98EAFCAC37}" presName="vert1" presStyleCnt="0"/>
      <dgm:spPr/>
    </dgm:pt>
  </dgm:ptLst>
  <dgm:cxnLst>
    <dgm:cxn modelId="{D96B2E02-1399-4E09-A125-19C0AB61456E}" srcId="{94241B6F-265F-4A20-A3D5-AD48CF979ED3}" destId="{6683C817-E27C-49B3-B128-288C069C6D81}" srcOrd="21" destOrd="0" parTransId="{286339AB-4675-4559-8958-E8E97F081E8A}" sibTransId="{EC2AB04A-7A74-46DC-B0F7-D580A5256B37}"/>
    <dgm:cxn modelId="{19C13407-EB31-43C0-8FA4-37341F67797D}" srcId="{94241B6F-265F-4A20-A3D5-AD48CF979ED3}" destId="{9B149BF5-5707-4F0F-B44B-846568E03483}" srcOrd="7" destOrd="0" parTransId="{B7AA1CB2-C09B-49A0-91C3-4C4F70E1DC08}" sibTransId="{538CD8A7-9B72-41E9-8ED3-72D19CB3A0E3}"/>
    <dgm:cxn modelId="{34DC990C-96EF-4AFA-93BE-9C351D89A4CB}" srcId="{94241B6F-265F-4A20-A3D5-AD48CF979ED3}" destId="{B02D47F2-BCCD-419F-B3C2-C3832F2A3F3C}" srcOrd="10" destOrd="0" parTransId="{D56A0C27-B616-438D-A756-120353BFE6E0}" sibTransId="{28A037E7-28E7-4AA1-A9F6-CA56AABFA628}"/>
    <dgm:cxn modelId="{B39E0B11-2C4E-4B4F-A1CC-D53CEC376290}" srcId="{94241B6F-265F-4A20-A3D5-AD48CF979ED3}" destId="{950A2700-B727-4BD8-81C1-A03443296665}" srcOrd="12" destOrd="0" parTransId="{0F8E3AE0-A333-4109-955E-ABD3F38F76F2}" sibTransId="{71878CCE-A5C8-4835-BE54-35BD9226BD6A}"/>
    <dgm:cxn modelId="{C99EDE14-8E51-4F9A-ACB8-5C5B7975E82D}" srcId="{94241B6F-265F-4A20-A3D5-AD48CF979ED3}" destId="{35FD27D2-849C-4215-932F-A754F0A16617}" srcOrd="20" destOrd="0" parTransId="{7A67B0F7-B193-46D2-AD6C-D1E0E6F32B6A}" sibTransId="{D34C690B-7B9A-415B-9F32-48410CE9C6AB}"/>
    <dgm:cxn modelId="{CC2C5226-6BD2-4E3D-8CA6-6851E03F859B}" type="presOf" srcId="{2E07F636-A94C-4B5F-B9B1-C1E9CE4B207E}" destId="{E1A352A6-5564-4FAC-B978-BDD633120BE7}" srcOrd="0" destOrd="0" presId="urn:microsoft.com/office/officeart/2008/layout/LinedList"/>
    <dgm:cxn modelId="{810C6628-C8CA-471E-A1E7-7AC3E9B2BDBB}" type="presOf" srcId="{9B149BF5-5707-4F0F-B44B-846568E03483}" destId="{B5CBE030-D6D4-4219-B16A-63E4F765C695}" srcOrd="0" destOrd="0" presId="urn:microsoft.com/office/officeart/2008/layout/LinedList"/>
    <dgm:cxn modelId="{5593EA34-7AC2-4C4F-A26E-B29D75125079}" srcId="{94241B6F-265F-4A20-A3D5-AD48CF979ED3}" destId="{457DA59C-2740-4EE8-9EB2-5C28095396EF}" srcOrd="6" destOrd="0" parTransId="{A9A91FF9-8D71-49AC-8D53-956C41CD9508}" sibTransId="{21032235-0FFD-4797-8927-97F8C8AC2A89}"/>
    <dgm:cxn modelId="{12205E3C-0FB0-4FE3-9F3D-68F93AD4E83C}" srcId="{94241B6F-265F-4A20-A3D5-AD48CF979ED3}" destId="{223E6C3F-9528-4930-89BC-FA8C001DF3BF}" srcOrd="1" destOrd="0" parTransId="{DF71B403-37F0-4455-9E8E-F3284F393F8D}" sibTransId="{18AB7B96-2078-4A37-A92B-3D67BF9EEF91}"/>
    <dgm:cxn modelId="{29807D3C-0860-4A73-B977-4D8C7E09F501}" type="presOf" srcId="{35FD27D2-849C-4215-932F-A754F0A16617}" destId="{0FFBADE9-D4B6-4909-9639-82697D145EE7}" srcOrd="0" destOrd="0" presId="urn:microsoft.com/office/officeart/2008/layout/LinedList"/>
    <dgm:cxn modelId="{5517F13D-B28C-40A9-9AF7-AE66336C9834}" srcId="{94241B6F-265F-4A20-A3D5-AD48CF979ED3}" destId="{9BA0E5C9-716C-4895-AB7B-68F0E2C29BB6}" srcOrd="0" destOrd="0" parTransId="{223EEBA3-329E-4C2D-BC0E-4CA3B788FB34}" sibTransId="{8F35DC3C-1D92-46F6-B6AD-27617E444E20}"/>
    <dgm:cxn modelId="{23518E3E-C75A-4203-9118-8BF6245C6E8A}" srcId="{94241B6F-265F-4A20-A3D5-AD48CF979ED3}" destId="{CEF5F7EB-05FE-4597-9F9E-7EE762856519}" srcOrd="8" destOrd="0" parTransId="{252EE7AC-5424-4E71-857F-5DE58899E31E}" sibTransId="{B1D9CF12-16A5-43B1-84DB-7792641EE5A1}"/>
    <dgm:cxn modelId="{E0BF4B5D-6E26-4059-98C8-F7C215C82113}" type="presOf" srcId="{950A2700-B727-4BD8-81C1-A03443296665}" destId="{B6E4C4FC-4070-48D7-82F3-7656E8EAAF68}" srcOrd="0" destOrd="0" presId="urn:microsoft.com/office/officeart/2008/layout/LinedList"/>
    <dgm:cxn modelId="{75A5C442-B71B-48D6-AF4E-D9038943A0AF}" type="presOf" srcId="{223E6C3F-9528-4930-89BC-FA8C001DF3BF}" destId="{DE8CCC84-3C9B-4E51-B7DE-E12E9D3BA2AE}" srcOrd="0" destOrd="0" presId="urn:microsoft.com/office/officeart/2008/layout/LinedList"/>
    <dgm:cxn modelId="{5D260443-8402-4587-9850-F78E450B3CD7}" type="presOf" srcId="{4DCDB8F5-7904-42F3-87B4-FE230BF1CC19}" destId="{6E133012-43DA-49F9-B5F6-636060068E03}" srcOrd="0" destOrd="0" presId="urn:microsoft.com/office/officeart/2008/layout/LinedList"/>
    <dgm:cxn modelId="{72C77444-7A65-4716-A146-07303D8593E7}" srcId="{94241B6F-265F-4A20-A3D5-AD48CF979ED3}" destId="{2D0DE6E7-ADF6-454A-A29E-45A31742D0A1}" srcOrd="24" destOrd="0" parTransId="{71998DBB-F6FE-465B-AE2C-B6D2552EEAD0}" sibTransId="{40453F0F-E93D-42AB-B4C8-5AFD84F033A8}"/>
    <dgm:cxn modelId="{0FF24166-F800-40B7-A4D8-BD26B044EF85}" srcId="{94241B6F-265F-4A20-A3D5-AD48CF979ED3}" destId="{8C64B1D5-672E-46A8-8FDC-0C00144A5654}" srcOrd="13" destOrd="0" parTransId="{B99CE185-F779-4223-8D06-90AB0734165C}" sibTransId="{6202D9D6-EC7B-4862-8AA3-015EA2292B0C}"/>
    <dgm:cxn modelId="{82D79E66-0FBD-4579-9C93-785B82CCC7A6}" srcId="{94241B6F-265F-4A20-A3D5-AD48CF979ED3}" destId="{C9B6658C-1A5B-4B63-9291-9D10DBC25A88}" srcOrd="14" destOrd="0" parTransId="{D9DAB045-9876-4A37-9EA4-B8289C555DBA}" sibTransId="{831A27BB-D23D-4D2D-A16A-A87894AE8EA1}"/>
    <dgm:cxn modelId="{33B6FE66-8B7F-415E-BC4F-70EB71ABCAF6}" srcId="{94241B6F-265F-4A20-A3D5-AD48CF979ED3}" destId="{2E07F636-A94C-4B5F-B9B1-C1E9CE4B207E}" srcOrd="4" destOrd="0" parTransId="{46815C15-307C-4C75-BB04-1685B149FBDF}" sibTransId="{F8E71C8C-3960-4053-908B-26CB8735D41C}"/>
    <dgm:cxn modelId="{51262351-4CD5-48A0-B638-AB9B34E046CA}" srcId="{94241B6F-265F-4A20-A3D5-AD48CF979ED3}" destId="{F270B5C4-2465-46EA-B3E2-A4672A3E7443}" srcOrd="22" destOrd="0" parTransId="{6A9294CF-7688-4669-A1A1-FEE50FA72D3D}" sibTransId="{194022A7-B3DD-4739-B7D6-F6D49220039C}"/>
    <dgm:cxn modelId="{64334255-28B6-411E-B284-2BE24B27734D}" type="presOf" srcId="{66416B51-3D24-469F-A235-89AE4BDE39E5}" destId="{590A5F9E-4CB5-4276-9D63-0D30C06E6C00}" srcOrd="0" destOrd="0" presId="urn:microsoft.com/office/officeart/2008/layout/LinedList"/>
    <dgm:cxn modelId="{BD5D327F-1971-4266-BB20-997E710CFED7}" type="presOf" srcId="{BB8332BC-2A62-4828-A864-02178CD610EA}" destId="{FF0E0621-4117-45F9-A8CE-8D2109CEFB8C}" srcOrd="0" destOrd="0" presId="urn:microsoft.com/office/officeart/2008/layout/LinedList"/>
    <dgm:cxn modelId="{77DB578B-212D-4967-BBB8-48F36833FACD}" type="presOf" srcId="{1926372B-4592-4102-9E9A-1A5BDBCC4478}" destId="{429EADAF-4247-4A10-A016-22749CF6EFE7}" srcOrd="0" destOrd="0" presId="urn:microsoft.com/office/officeart/2008/layout/LinedList"/>
    <dgm:cxn modelId="{EF33688D-8451-439B-851F-C43B8695849C}" type="presOf" srcId="{C9B6658C-1A5B-4B63-9291-9D10DBC25A88}" destId="{2C6D99ED-9BAB-4A27-9EA9-EC0CAE9557F9}" srcOrd="0" destOrd="0" presId="urn:microsoft.com/office/officeart/2008/layout/LinedList"/>
    <dgm:cxn modelId="{8950BE8E-78F1-47A2-88F6-3E2D60722BA4}" srcId="{94241B6F-265F-4A20-A3D5-AD48CF979ED3}" destId="{66416B51-3D24-469F-A235-89AE4BDE39E5}" srcOrd="9" destOrd="0" parTransId="{7EB618FE-F62C-428A-8D33-3BD4C7A55BE0}" sibTransId="{7758B32E-E361-4D5F-B365-4723D9E06BFF}"/>
    <dgm:cxn modelId="{879D7390-39BA-47FF-8B1E-C6DA2F2F1F24}" srcId="{94241B6F-265F-4A20-A3D5-AD48CF979ED3}" destId="{1D851FA3-360E-4D95-86D7-73F127674AA9}" srcOrd="15" destOrd="0" parTransId="{2DE6A777-5DAA-4D74-95E7-F4356C7C2168}" sibTransId="{13CD7967-A51D-425B-8A6E-C6F461B1D1D5}"/>
    <dgm:cxn modelId="{69B35691-4320-4667-A810-879182A34F14}" type="presOf" srcId="{457DA59C-2740-4EE8-9EB2-5C28095396EF}" destId="{D4958D47-0B84-40D8-80D5-CB32E51F89BD}" srcOrd="0" destOrd="0" presId="urn:microsoft.com/office/officeart/2008/layout/LinedList"/>
    <dgm:cxn modelId="{0BA0D598-9B3B-4228-9974-E58E4A0E6720}" srcId="{94241B6F-265F-4A20-A3D5-AD48CF979ED3}" destId="{BB8332BC-2A62-4828-A864-02178CD610EA}" srcOrd="19" destOrd="0" parTransId="{61A1D68F-7802-408F-B828-35F2E2F4ECF8}" sibTransId="{513C6537-E1FA-4817-9A2B-D390BB85E4D1}"/>
    <dgm:cxn modelId="{F8565C9B-A2F5-425D-8193-0CB8EBD28E44}" type="presOf" srcId="{9AAEA83C-9545-48DD-AAD0-6DB21153BD14}" destId="{1D186549-193B-4CFF-B952-9978F14A19AC}" srcOrd="0" destOrd="0" presId="urn:microsoft.com/office/officeart/2008/layout/LinedList"/>
    <dgm:cxn modelId="{62A55E9B-DE4B-4A46-BF88-968499AE1A69}" srcId="{94241B6F-265F-4A20-A3D5-AD48CF979ED3}" destId="{4DCDB8F5-7904-42F3-87B4-FE230BF1CC19}" srcOrd="2" destOrd="0" parTransId="{C97D4EB1-1863-4E25-9980-05B373FC3C1C}" sibTransId="{6405B926-9C13-496B-A680-5821135037C2}"/>
    <dgm:cxn modelId="{0059D59D-C4E6-43B0-B770-299B7F20FCD4}" srcId="{94241B6F-265F-4A20-A3D5-AD48CF979ED3}" destId="{1926372B-4592-4102-9E9A-1A5BDBCC4478}" srcOrd="5" destOrd="0" parTransId="{4EC846FE-2305-4F52-A7C1-A58372614EA4}" sibTransId="{802D6D43-67E6-4AC3-89E3-4B1323E87F65}"/>
    <dgm:cxn modelId="{41DC339E-2C0B-4F5F-84FC-EF200422B2DD}" type="presOf" srcId="{6683C817-E27C-49B3-B128-288C069C6D81}" destId="{4D1296DB-0CC6-4FEB-83E7-2623D0BBBBC3}" srcOrd="0" destOrd="0" presId="urn:microsoft.com/office/officeart/2008/layout/LinedList"/>
    <dgm:cxn modelId="{28463A9F-B916-4713-A81C-EB2C82389770}" type="presOf" srcId="{2D0DE6E7-ADF6-454A-A29E-45A31742D0A1}" destId="{D2150888-0602-477D-ADD7-A2098210D3E9}" srcOrd="0" destOrd="0" presId="urn:microsoft.com/office/officeart/2008/layout/LinedList"/>
    <dgm:cxn modelId="{6098E2A7-1B34-41CE-8E98-EBB97E99308D}" type="presOf" srcId="{F270B5C4-2465-46EA-B3E2-A4672A3E7443}" destId="{B1108394-1767-4618-9644-1E0BDA46B6C5}" srcOrd="0" destOrd="0" presId="urn:microsoft.com/office/officeart/2008/layout/LinedList"/>
    <dgm:cxn modelId="{A9F434A8-D069-40E3-B0D0-569BB90E0249}" srcId="{94241B6F-265F-4A20-A3D5-AD48CF979ED3}" destId="{F38B8FC2-0A60-4F0F-A1E3-E6C38747F84C}" srcOrd="18" destOrd="0" parTransId="{E8E1EF85-B9F3-4DFF-A1DF-6D0BFE22484D}" sibTransId="{C67C10FA-D8BA-4BA9-A134-F46C8BDF0870}"/>
    <dgm:cxn modelId="{D4D039A9-F037-4FF2-88F6-44DF82DA37CB}" type="presOf" srcId="{8C64B1D5-672E-46A8-8FDC-0C00144A5654}" destId="{0BA40F4A-08D5-456B-B31F-33E0377FC276}" srcOrd="0" destOrd="0" presId="urn:microsoft.com/office/officeart/2008/layout/LinedList"/>
    <dgm:cxn modelId="{1F8EF9AC-CFB2-4114-A1CE-0FA7981B39F5}" srcId="{94241B6F-265F-4A20-A3D5-AD48CF979ED3}" destId="{8AC559C6-E616-4232-AA95-864C0A874C57}" srcOrd="17" destOrd="0" parTransId="{627A9F2F-15D9-47F1-96E8-030DC7E84674}" sibTransId="{C2C4177E-8DFA-42DB-9929-F26329E3CCE8}"/>
    <dgm:cxn modelId="{303805AF-EDF1-49D2-992F-F7CCE3ED129C}" srcId="{94241B6F-265F-4A20-A3D5-AD48CF979ED3}" destId="{1742FEFD-0A09-4966-923B-17BECFFD6417}" srcOrd="3" destOrd="0" parTransId="{9FA4CA21-17F5-4152-BB79-483DCAC5549F}" sibTransId="{35E4C77B-3C60-42DF-B776-22D7B8F2F150}"/>
    <dgm:cxn modelId="{4519F7AF-E550-4231-9F0E-5C1FFC12773D}" type="presOf" srcId="{94241B6F-265F-4A20-A3D5-AD48CF979ED3}" destId="{FC87D83E-99F1-4360-AEBA-F12354D172CD}" srcOrd="0" destOrd="0" presId="urn:microsoft.com/office/officeart/2008/layout/LinedList"/>
    <dgm:cxn modelId="{764D32B2-9525-4124-8B2D-76ADD6332A7A}" srcId="{94241B6F-265F-4A20-A3D5-AD48CF979ED3}" destId="{5CDCAED2-47CA-4AF9-8540-3F98EAFCAC37}" srcOrd="25" destOrd="0" parTransId="{DCEAC941-7496-4BE2-9D92-9DDF717B35EE}" sibTransId="{E5B849CE-FF04-460D-8400-A898FC1CFE18}"/>
    <dgm:cxn modelId="{B6810AB4-C93B-4034-BEF4-3FC6DE122075}" type="presOf" srcId="{1D851FA3-360E-4D95-86D7-73F127674AA9}" destId="{A887618D-FF40-4CFE-896F-1D72EF4F3699}" srcOrd="0" destOrd="0" presId="urn:microsoft.com/office/officeart/2008/layout/LinedList"/>
    <dgm:cxn modelId="{308CE2B4-652B-4EF6-AB6E-195964CB3CAA}" type="presOf" srcId="{5CDCAED2-47CA-4AF9-8540-3F98EAFCAC37}" destId="{A576420F-D999-4B8A-B7AB-DC890CEC5990}" srcOrd="0" destOrd="0" presId="urn:microsoft.com/office/officeart/2008/layout/LinedList"/>
    <dgm:cxn modelId="{5FCC0CC7-54F9-496A-979E-D292144C4F06}" type="presOf" srcId="{F38B8FC2-0A60-4F0F-A1E3-E6C38747F84C}" destId="{1FA96B27-A55C-4E16-B848-F64CD51B9B9A}" srcOrd="0" destOrd="0" presId="urn:microsoft.com/office/officeart/2008/layout/LinedList"/>
    <dgm:cxn modelId="{0ADE93CB-BB02-4825-B4D7-C4A28E6B9942}" type="presOf" srcId="{0D1E0CEB-952F-4AD6-9582-C7AD3839857B}" destId="{C0250B89-6B1F-4E75-86D0-8D130706D7E0}" srcOrd="0" destOrd="0" presId="urn:microsoft.com/office/officeart/2008/layout/LinedList"/>
    <dgm:cxn modelId="{5187BFCD-ABBB-4720-84F8-9B0D84FD1ED5}" type="presOf" srcId="{1742FEFD-0A09-4966-923B-17BECFFD6417}" destId="{0052857F-B515-41E2-8801-8F2A42C69B00}" srcOrd="0" destOrd="0" presId="urn:microsoft.com/office/officeart/2008/layout/LinedList"/>
    <dgm:cxn modelId="{2DA629D6-A5A5-4B49-B491-64D3B573AAA0}" type="presOf" srcId="{B02D47F2-BCCD-419F-B3C2-C3832F2A3F3C}" destId="{D1DDDD81-ED5E-45F6-A441-30E466C06A3C}" srcOrd="0" destOrd="0" presId="urn:microsoft.com/office/officeart/2008/layout/LinedList"/>
    <dgm:cxn modelId="{49A195D6-3454-4203-A3C6-77CEAEEA7DCA}" type="presOf" srcId="{556D55A9-6852-465A-A251-CAD2E9723EB8}" destId="{8E994932-F591-4904-8FD6-5F798BAF5828}" srcOrd="0" destOrd="0" presId="urn:microsoft.com/office/officeart/2008/layout/LinedList"/>
    <dgm:cxn modelId="{7ED71CE5-C22B-414F-8A9A-7FA53479995E}" type="presOf" srcId="{8AC559C6-E616-4232-AA95-864C0A874C57}" destId="{E001E931-157F-498B-AA4A-8B22F2D50B7F}" srcOrd="0" destOrd="0" presId="urn:microsoft.com/office/officeart/2008/layout/LinedList"/>
    <dgm:cxn modelId="{56FD7CED-714E-4220-BB3C-4AA3A13E7294}" type="presOf" srcId="{9BA0E5C9-716C-4895-AB7B-68F0E2C29BB6}" destId="{71DDAEB9-BE42-418E-B9D5-F884B4A95FCD}" srcOrd="0" destOrd="0" presId="urn:microsoft.com/office/officeart/2008/layout/LinedList"/>
    <dgm:cxn modelId="{AFFB0AF3-8DD8-4117-8CCB-B5F29E174859}" srcId="{94241B6F-265F-4A20-A3D5-AD48CF979ED3}" destId="{556D55A9-6852-465A-A251-CAD2E9723EB8}" srcOrd="16" destOrd="0" parTransId="{B1C90CD5-BD25-4BDF-857F-AB903455585D}" sibTransId="{8BBC597F-3B80-4A6A-89E2-7A636BE1A803}"/>
    <dgm:cxn modelId="{369789F6-BDD7-40D2-A5EB-28F4BF4C9769}" type="presOf" srcId="{CEF5F7EB-05FE-4597-9F9E-7EE762856519}" destId="{2F92D753-C2DB-462D-9C9A-47CD993DA231}" srcOrd="0" destOrd="0" presId="urn:microsoft.com/office/officeart/2008/layout/LinedList"/>
    <dgm:cxn modelId="{EAEE24F8-AA99-4A24-8840-5391AB883F2F}" srcId="{94241B6F-265F-4A20-A3D5-AD48CF979ED3}" destId="{0D1E0CEB-952F-4AD6-9582-C7AD3839857B}" srcOrd="11" destOrd="0" parTransId="{706DBFDD-A6AB-4027-833B-FE7C2E6B25C7}" sibTransId="{FB21061D-6FC3-48D7-A798-708B0ED8369D}"/>
    <dgm:cxn modelId="{5864C9FD-E1E9-420A-B221-C5EE192EC3A2}" srcId="{94241B6F-265F-4A20-A3D5-AD48CF979ED3}" destId="{9AAEA83C-9545-48DD-AAD0-6DB21153BD14}" srcOrd="23" destOrd="0" parTransId="{C79FEAEE-BDFF-41C5-BD72-76EB6FA7BD7B}" sibTransId="{C511A733-B3B0-40F9-9424-B55FE76943F1}"/>
    <dgm:cxn modelId="{5A7A1B7B-777E-4644-A5E3-C2CEB0220E2F}" type="presParOf" srcId="{FC87D83E-99F1-4360-AEBA-F12354D172CD}" destId="{E9105572-B996-49B8-906C-C3F736480BAD}" srcOrd="0" destOrd="0" presId="urn:microsoft.com/office/officeart/2008/layout/LinedList"/>
    <dgm:cxn modelId="{5B9026CF-8676-4603-AFDA-F606D5E7DA37}" type="presParOf" srcId="{FC87D83E-99F1-4360-AEBA-F12354D172CD}" destId="{3746CD58-EEE0-4B8F-A911-34D020D35A6D}" srcOrd="1" destOrd="0" presId="urn:microsoft.com/office/officeart/2008/layout/LinedList"/>
    <dgm:cxn modelId="{68CC1B50-5CEA-4341-AA47-313DFC65826A}" type="presParOf" srcId="{3746CD58-EEE0-4B8F-A911-34D020D35A6D}" destId="{71DDAEB9-BE42-418E-B9D5-F884B4A95FCD}" srcOrd="0" destOrd="0" presId="urn:microsoft.com/office/officeart/2008/layout/LinedList"/>
    <dgm:cxn modelId="{4CAF20D7-F9BF-4088-AF67-048998A43346}" type="presParOf" srcId="{3746CD58-EEE0-4B8F-A911-34D020D35A6D}" destId="{2BAB3E3B-DD56-4E5A-BA16-C26FAB0A8EBD}" srcOrd="1" destOrd="0" presId="urn:microsoft.com/office/officeart/2008/layout/LinedList"/>
    <dgm:cxn modelId="{8993765A-634B-4B97-BF76-E380E9E30CDD}" type="presParOf" srcId="{FC87D83E-99F1-4360-AEBA-F12354D172CD}" destId="{B1A027C5-0937-4527-B7B5-5E3641B54E60}" srcOrd="2" destOrd="0" presId="urn:microsoft.com/office/officeart/2008/layout/LinedList"/>
    <dgm:cxn modelId="{EB499C29-9195-4C45-A6D1-12A37F86FA0C}" type="presParOf" srcId="{FC87D83E-99F1-4360-AEBA-F12354D172CD}" destId="{B61F73E3-6FBF-4DD1-B694-FBD451C0E0F0}" srcOrd="3" destOrd="0" presId="urn:microsoft.com/office/officeart/2008/layout/LinedList"/>
    <dgm:cxn modelId="{C55963BD-A5DB-49A4-B8F5-DA1F0DE50CF1}" type="presParOf" srcId="{B61F73E3-6FBF-4DD1-B694-FBD451C0E0F0}" destId="{DE8CCC84-3C9B-4E51-B7DE-E12E9D3BA2AE}" srcOrd="0" destOrd="0" presId="urn:microsoft.com/office/officeart/2008/layout/LinedList"/>
    <dgm:cxn modelId="{7C74387D-3793-4FA9-B9DA-851C151C52B0}" type="presParOf" srcId="{B61F73E3-6FBF-4DD1-B694-FBD451C0E0F0}" destId="{17E18C0B-495E-4E46-A98A-448356A593CD}" srcOrd="1" destOrd="0" presId="urn:microsoft.com/office/officeart/2008/layout/LinedList"/>
    <dgm:cxn modelId="{1B8F2AD3-4EE9-4E13-990B-E0FAD82F7466}" type="presParOf" srcId="{FC87D83E-99F1-4360-AEBA-F12354D172CD}" destId="{D11F24E4-40EB-458E-8D61-FCC0ADA256F1}" srcOrd="4" destOrd="0" presId="urn:microsoft.com/office/officeart/2008/layout/LinedList"/>
    <dgm:cxn modelId="{09E97358-1F9B-491E-85E5-24C8932DFBF6}" type="presParOf" srcId="{FC87D83E-99F1-4360-AEBA-F12354D172CD}" destId="{B724F47A-3204-44D8-8FD1-8DB9135BE098}" srcOrd="5" destOrd="0" presId="urn:microsoft.com/office/officeart/2008/layout/LinedList"/>
    <dgm:cxn modelId="{13D550D6-A914-4B1D-9BED-89380C329B4C}" type="presParOf" srcId="{B724F47A-3204-44D8-8FD1-8DB9135BE098}" destId="{6E133012-43DA-49F9-B5F6-636060068E03}" srcOrd="0" destOrd="0" presId="urn:microsoft.com/office/officeart/2008/layout/LinedList"/>
    <dgm:cxn modelId="{DE1A011D-3392-4517-8571-377BE1D5A52B}" type="presParOf" srcId="{B724F47A-3204-44D8-8FD1-8DB9135BE098}" destId="{4E79A374-5DEB-4661-A5A6-7FE4B02F9CD7}" srcOrd="1" destOrd="0" presId="urn:microsoft.com/office/officeart/2008/layout/LinedList"/>
    <dgm:cxn modelId="{AB135501-B9D9-4B24-B3E0-407945297C6F}" type="presParOf" srcId="{FC87D83E-99F1-4360-AEBA-F12354D172CD}" destId="{38C17471-4EB3-45F5-B7AC-57C691368B68}" srcOrd="6" destOrd="0" presId="urn:microsoft.com/office/officeart/2008/layout/LinedList"/>
    <dgm:cxn modelId="{92D47AB3-6444-4ECF-966D-B559F073F565}" type="presParOf" srcId="{FC87D83E-99F1-4360-AEBA-F12354D172CD}" destId="{E3EF64E0-03CB-4859-AFC0-F5FF5143AE51}" srcOrd="7" destOrd="0" presId="urn:microsoft.com/office/officeart/2008/layout/LinedList"/>
    <dgm:cxn modelId="{AA501195-8345-4E0A-A2BC-DCC3887640C5}" type="presParOf" srcId="{E3EF64E0-03CB-4859-AFC0-F5FF5143AE51}" destId="{0052857F-B515-41E2-8801-8F2A42C69B00}" srcOrd="0" destOrd="0" presId="urn:microsoft.com/office/officeart/2008/layout/LinedList"/>
    <dgm:cxn modelId="{71733D44-B5B9-4781-9483-8997B830D604}" type="presParOf" srcId="{E3EF64E0-03CB-4859-AFC0-F5FF5143AE51}" destId="{3F9BE844-7C03-4FE5-8B1B-F55413F29C1D}" srcOrd="1" destOrd="0" presId="urn:microsoft.com/office/officeart/2008/layout/LinedList"/>
    <dgm:cxn modelId="{B1BAAA82-9B29-4208-BAFF-4CD94FBFBD1B}" type="presParOf" srcId="{FC87D83E-99F1-4360-AEBA-F12354D172CD}" destId="{C0A579F1-C214-4B84-8377-F987B83BC69E}" srcOrd="8" destOrd="0" presId="urn:microsoft.com/office/officeart/2008/layout/LinedList"/>
    <dgm:cxn modelId="{7D65A944-F0A0-480E-BD28-9842C1269298}" type="presParOf" srcId="{FC87D83E-99F1-4360-AEBA-F12354D172CD}" destId="{2BA51283-EC8C-43A1-8628-F9691D2FDF6A}" srcOrd="9" destOrd="0" presId="urn:microsoft.com/office/officeart/2008/layout/LinedList"/>
    <dgm:cxn modelId="{06B1E7B3-86BD-4BCA-8F2E-C3A40BBC3F2A}" type="presParOf" srcId="{2BA51283-EC8C-43A1-8628-F9691D2FDF6A}" destId="{E1A352A6-5564-4FAC-B978-BDD633120BE7}" srcOrd="0" destOrd="0" presId="urn:microsoft.com/office/officeart/2008/layout/LinedList"/>
    <dgm:cxn modelId="{D8EF589E-2E04-4F4D-BA02-4DC5E4028DFF}" type="presParOf" srcId="{2BA51283-EC8C-43A1-8628-F9691D2FDF6A}" destId="{423AB7D7-8130-48E2-8AB5-806AE657BFE9}" srcOrd="1" destOrd="0" presId="urn:microsoft.com/office/officeart/2008/layout/LinedList"/>
    <dgm:cxn modelId="{60D15D71-C139-4318-BC37-7F369E55547D}" type="presParOf" srcId="{FC87D83E-99F1-4360-AEBA-F12354D172CD}" destId="{84BE61A7-FCD6-4482-BB8D-B4C05BC9175D}" srcOrd="10" destOrd="0" presId="urn:microsoft.com/office/officeart/2008/layout/LinedList"/>
    <dgm:cxn modelId="{E9543017-B744-4126-AFB1-72B096F37084}" type="presParOf" srcId="{FC87D83E-99F1-4360-AEBA-F12354D172CD}" destId="{E7FB5EBE-E1B1-41D6-9FC7-2BC903C88CBE}" srcOrd="11" destOrd="0" presId="urn:microsoft.com/office/officeart/2008/layout/LinedList"/>
    <dgm:cxn modelId="{06F6DD18-8438-400E-A711-3E745EA844C1}" type="presParOf" srcId="{E7FB5EBE-E1B1-41D6-9FC7-2BC903C88CBE}" destId="{429EADAF-4247-4A10-A016-22749CF6EFE7}" srcOrd="0" destOrd="0" presId="urn:microsoft.com/office/officeart/2008/layout/LinedList"/>
    <dgm:cxn modelId="{D356FA22-3872-4A87-845B-11B38745097D}" type="presParOf" srcId="{E7FB5EBE-E1B1-41D6-9FC7-2BC903C88CBE}" destId="{B344D4C1-9290-4E33-B1E2-105ECB63447A}" srcOrd="1" destOrd="0" presId="urn:microsoft.com/office/officeart/2008/layout/LinedList"/>
    <dgm:cxn modelId="{488E1801-ACAA-4176-AA9E-279AE4851840}" type="presParOf" srcId="{FC87D83E-99F1-4360-AEBA-F12354D172CD}" destId="{7E8EEC7F-A551-4BCD-8A1A-7E6FE5101DC9}" srcOrd="12" destOrd="0" presId="urn:microsoft.com/office/officeart/2008/layout/LinedList"/>
    <dgm:cxn modelId="{8C9A0A79-2ED9-4215-BD2D-5E17B1419DA8}" type="presParOf" srcId="{FC87D83E-99F1-4360-AEBA-F12354D172CD}" destId="{9F428F8D-FB48-4C22-A35E-100CDD9AD3E3}" srcOrd="13" destOrd="0" presId="urn:microsoft.com/office/officeart/2008/layout/LinedList"/>
    <dgm:cxn modelId="{05C4DE19-A804-4100-AB65-CEDB6D10888F}" type="presParOf" srcId="{9F428F8D-FB48-4C22-A35E-100CDD9AD3E3}" destId="{D4958D47-0B84-40D8-80D5-CB32E51F89BD}" srcOrd="0" destOrd="0" presId="urn:microsoft.com/office/officeart/2008/layout/LinedList"/>
    <dgm:cxn modelId="{6B1C8CFD-90F6-4FD4-ACC6-58613BBE1B6D}" type="presParOf" srcId="{9F428F8D-FB48-4C22-A35E-100CDD9AD3E3}" destId="{3902D244-050D-40AF-8893-80EBEFABCE54}" srcOrd="1" destOrd="0" presId="urn:microsoft.com/office/officeart/2008/layout/LinedList"/>
    <dgm:cxn modelId="{F8277E27-F287-48EB-8005-07046C7A7A36}" type="presParOf" srcId="{FC87D83E-99F1-4360-AEBA-F12354D172CD}" destId="{A815A426-1BC9-40A8-AA87-D66A97660683}" srcOrd="14" destOrd="0" presId="urn:microsoft.com/office/officeart/2008/layout/LinedList"/>
    <dgm:cxn modelId="{11ADCFE9-4C34-43C1-B6FA-78765FC7CCC2}" type="presParOf" srcId="{FC87D83E-99F1-4360-AEBA-F12354D172CD}" destId="{6B0ED8BE-3B1F-4A10-99D1-E791C2752F51}" srcOrd="15" destOrd="0" presId="urn:microsoft.com/office/officeart/2008/layout/LinedList"/>
    <dgm:cxn modelId="{55218597-C36A-4DAF-9EE5-716F7E4EDFE2}" type="presParOf" srcId="{6B0ED8BE-3B1F-4A10-99D1-E791C2752F51}" destId="{B5CBE030-D6D4-4219-B16A-63E4F765C695}" srcOrd="0" destOrd="0" presId="urn:microsoft.com/office/officeart/2008/layout/LinedList"/>
    <dgm:cxn modelId="{2678B95F-63D1-4BB6-83AB-C1D500B9A8FB}" type="presParOf" srcId="{6B0ED8BE-3B1F-4A10-99D1-E791C2752F51}" destId="{F6B88E26-3558-4C3D-AB8F-C7334592C5E5}" srcOrd="1" destOrd="0" presId="urn:microsoft.com/office/officeart/2008/layout/LinedList"/>
    <dgm:cxn modelId="{0B9BE669-A974-453C-BF4B-7F8103EC0715}" type="presParOf" srcId="{FC87D83E-99F1-4360-AEBA-F12354D172CD}" destId="{A087E1EF-CCD5-4D86-8D7C-6F022A3D0160}" srcOrd="16" destOrd="0" presId="urn:microsoft.com/office/officeart/2008/layout/LinedList"/>
    <dgm:cxn modelId="{6D91D2AB-B5C3-4CC3-853A-D8ABD7A8FE46}" type="presParOf" srcId="{FC87D83E-99F1-4360-AEBA-F12354D172CD}" destId="{094271B8-F5D1-4FE8-B8C7-8C4828A538FC}" srcOrd="17" destOrd="0" presId="urn:microsoft.com/office/officeart/2008/layout/LinedList"/>
    <dgm:cxn modelId="{F6C17D22-82AA-4B3C-AB23-BF2534A7B2CF}" type="presParOf" srcId="{094271B8-F5D1-4FE8-B8C7-8C4828A538FC}" destId="{2F92D753-C2DB-462D-9C9A-47CD993DA231}" srcOrd="0" destOrd="0" presId="urn:microsoft.com/office/officeart/2008/layout/LinedList"/>
    <dgm:cxn modelId="{4C0A8268-38FE-470E-9217-A8A9C07DFABE}" type="presParOf" srcId="{094271B8-F5D1-4FE8-B8C7-8C4828A538FC}" destId="{DEFD8BD8-31B6-4AAF-8776-06E4AFC85CED}" srcOrd="1" destOrd="0" presId="urn:microsoft.com/office/officeart/2008/layout/LinedList"/>
    <dgm:cxn modelId="{09BB7038-323D-4292-9EA2-2F980943CF73}" type="presParOf" srcId="{FC87D83E-99F1-4360-AEBA-F12354D172CD}" destId="{BF52900B-D90F-4938-80FD-53F798664217}" srcOrd="18" destOrd="0" presId="urn:microsoft.com/office/officeart/2008/layout/LinedList"/>
    <dgm:cxn modelId="{DA545E5A-89F3-4FC1-A181-30F36B276787}" type="presParOf" srcId="{FC87D83E-99F1-4360-AEBA-F12354D172CD}" destId="{50A78D2A-8307-4672-B26E-CEE09621F8BC}" srcOrd="19" destOrd="0" presId="urn:microsoft.com/office/officeart/2008/layout/LinedList"/>
    <dgm:cxn modelId="{9A4B69C0-BB90-4B19-8393-9837B4321F5E}" type="presParOf" srcId="{50A78D2A-8307-4672-B26E-CEE09621F8BC}" destId="{590A5F9E-4CB5-4276-9D63-0D30C06E6C00}" srcOrd="0" destOrd="0" presId="urn:microsoft.com/office/officeart/2008/layout/LinedList"/>
    <dgm:cxn modelId="{0C56CB63-CE14-4905-9256-673E55188FDD}" type="presParOf" srcId="{50A78D2A-8307-4672-B26E-CEE09621F8BC}" destId="{C17C3DE5-C086-4C48-9AC0-6AFFE00F463C}" srcOrd="1" destOrd="0" presId="urn:microsoft.com/office/officeart/2008/layout/LinedList"/>
    <dgm:cxn modelId="{8B562584-DAF2-4FCD-A1B1-5BD3D6C0B16F}" type="presParOf" srcId="{FC87D83E-99F1-4360-AEBA-F12354D172CD}" destId="{043A4226-D951-4401-8744-3BB42BBE3F79}" srcOrd="20" destOrd="0" presId="urn:microsoft.com/office/officeart/2008/layout/LinedList"/>
    <dgm:cxn modelId="{9DFFB8AA-A68E-4A91-9595-94107AD8BE9B}" type="presParOf" srcId="{FC87D83E-99F1-4360-AEBA-F12354D172CD}" destId="{403F06A1-4940-44DA-A98B-081A5BC3CEDF}" srcOrd="21" destOrd="0" presId="urn:microsoft.com/office/officeart/2008/layout/LinedList"/>
    <dgm:cxn modelId="{97F17759-9160-49BA-BE74-A5A321307D95}" type="presParOf" srcId="{403F06A1-4940-44DA-A98B-081A5BC3CEDF}" destId="{D1DDDD81-ED5E-45F6-A441-30E466C06A3C}" srcOrd="0" destOrd="0" presId="urn:microsoft.com/office/officeart/2008/layout/LinedList"/>
    <dgm:cxn modelId="{A18EFCDD-15A7-4001-A603-B25A83448A2F}" type="presParOf" srcId="{403F06A1-4940-44DA-A98B-081A5BC3CEDF}" destId="{B422BD16-D112-4841-89BE-76EFFFF22528}" srcOrd="1" destOrd="0" presId="urn:microsoft.com/office/officeart/2008/layout/LinedList"/>
    <dgm:cxn modelId="{78436FCC-BC56-48F5-A97B-E84214107CD1}" type="presParOf" srcId="{FC87D83E-99F1-4360-AEBA-F12354D172CD}" destId="{938F9353-7D6E-4985-8D2A-3C13DD3E9475}" srcOrd="22" destOrd="0" presId="urn:microsoft.com/office/officeart/2008/layout/LinedList"/>
    <dgm:cxn modelId="{64F30F88-4BB1-4C3B-B4C0-F528D1BCCF4D}" type="presParOf" srcId="{FC87D83E-99F1-4360-AEBA-F12354D172CD}" destId="{2D0DF895-B2D4-470A-B4E5-F12BADED9096}" srcOrd="23" destOrd="0" presId="urn:microsoft.com/office/officeart/2008/layout/LinedList"/>
    <dgm:cxn modelId="{3D1BD4F2-6559-4D6D-BCA5-5F330DEFD44A}" type="presParOf" srcId="{2D0DF895-B2D4-470A-B4E5-F12BADED9096}" destId="{C0250B89-6B1F-4E75-86D0-8D130706D7E0}" srcOrd="0" destOrd="0" presId="urn:microsoft.com/office/officeart/2008/layout/LinedList"/>
    <dgm:cxn modelId="{ADF61761-E998-4A29-AC7D-3E2BDD83E630}" type="presParOf" srcId="{2D0DF895-B2D4-470A-B4E5-F12BADED9096}" destId="{C1BEE168-8B3B-4643-B2FC-3FC1E75EA84D}" srcOrd="1" destOrd="0" presId="urn:microsoft.com/office/officeart/2008/layout/LinedList"/>
    <dgm:cxn modelId="{D4F7818C-89BA-471E-B6C0-F26194C8FCB2}" type="presParOf" srcId="{FC87D83E-99F1-4360-AEBA-F12354D172CD}" destId="{B2E79DA4-33D8-42B6-875A-C4C8D5A57C2C}" srcOrd="24" destOrd="0" presId="urn:microsoft.com/office/officeart/2008/layout/LinedList"/>
    <dgm:cxn modelId="{E1A9510F-CB25-4C07-BF78-A135A9C7945E}" type="presParOf" srcId="{FC87D83E-99F1-4360-AEBA-F12354D172CD}" destId="{FC927932-2F96-4627-B1D7-D65C64CEB6FD}" srcOrd="25" destOrd="0" presId="urn:microsoft.com/office/officeart/2008/layout/LinedList"/>
    <dgm:cxn modelId="{FB49B7F5-4778-4939-8B9D-04F6EEB03F1A}" type="presParOf" srcId="{FC927932-2F96-4627-B1D7-D65C64CEB6FD}" destId="{B6E4C4FC-4070-48D7-82F3-7656E8EAAF68}" srcOrd="0" destOrd="0" presId="urn:microsoft.com/office/officeart/2008/layout/LinedList"/>
    <dgm:cxn modelId="{2DA83655-98E0-4263-91E2-FCFD3C055F68}" type="presParOf" srcId="{FC927932-2F96-4627-B1D7-D65C64CEB6FD}" destId="{717078D3-32ED-4A02-9FCC-E1A2887887DF}" srcOrd="1" destOrd="0" presId="urn:microsoft.com/office/officeart/2008/layout/LinedList"/>
    <dgm:cxn modelId="{433B2566-A948-4913-B7A5-36DD7FE22ADA}" type="presParOf" srcId="{FC87D83E-99F1-4360-AEBA-F12354D172CD}" destId="{4E17BB1A-8236-498C-B857-965F24A2BBC1}" srcOrd="26" destOrd="0" presId="urn:microsoft.com/office/officeart/2008/layout/LinedList"/>
    <dgm:cxn modelId="{10D3AD1B-F4A6-4ADE-B7E5-277F26461E58}" type="presParOf" srcId="{FC87D83E-99F1-4360-AEBA-F12354D172CD}" destId="{C7F8BE71-41D3-452C-B8ED-7BA43164D70F}" srcOrd="27" destOrd="0" presId="urn:microsoft.com/office/officeart/2008/layout/LinedList"/>
    <dgm:cxn modelId="{EBF805D1-69FC-478C-8C0F-11322CD9B422}" type="presParOf" srcId="{C7F8BE71-41D3-452C-B8ED-7BA43164D70F}" destId="{0BA40F4A-08D5-456B-B31F-33E0377FC276}" srcOrd="0" destOrd="0" presId="urn:microsoft.com/office/officeart/2008/layout/LinedList"/>
    <dgm:cxn modelId="{0D63FE8A-1F63-4DEF-B87B-2A75F925148F}" type="presParOf" srcId="{C7F8BE71-41D3-452C-B8ED-7BA43164D70F}" destId="{7052EF83-D6E3-4049-A2B5-2309A007B474}" srcOrd="1" destOrd="0" presId="urn:microsoft.com/office/officeart/2008/layout/LinedList"/>
    <dgm:cxn modelId="{35CD40AB-2529-4B0B-9198-11231C39672E}" type="presParOf" srcId="{FC87D83E-99F1-4360-AEBA-F12354D172CD}" destId="{FA608F48-3192-46E7-91C2-DA87EB663ED8}" srcOrd="28" destOrd="0" presId="urn:microsoft.com/office/officeart/2008/layout/LinedList"/>
    <dgm:cxn modelId="{068AA9C8-5CDA-447B-AC90-A9FCE9A35189}" type="presParOf" srcId="{FC87D83E-99F1-4360-AEBA-F12354D172CD}" destId="{3F43A41F-03AF-4260-81F6-7F13A6665CC8}" srcOrd="29" destOrd="0" presId="urn:microsoft.com/office/officeart/2008/layout/LinedList"/>
    <dgm:cxn modelId="{718BF79E-08A9-4473-8F4B-8D6A50B540DB}" type="presParOf" srcId="{3F43A41F-03AF-4260-81F6-7F13A6665CC8}" destId="{2C6D99ED-9BAB-4A27-9EA9-EC0CAE9557F9}" srcOrd="0" destOrd="0" presId="urn:microsoft.com/office/officeart/2008/layout/LinedList"/>
    <dgm:cxn modelId="{9BDF6A93-A4A1-4FF7-8C21-C01C72A1CDDD}" type="presParOf" srcId="{3F43A41F-03AF-4260-81F6-7F13A6665CC8}" destId="{721BB3CB-D6F8-46A3-BFEB-A63995801C70}" srcOrd="1" destOrd="0" presId="urn:microsoft.com/office/officeart/2008/layout/LinedList"/>
    <dgm:cxn modelId="{FE55EF98-05A0-4242-9F31-D5D925BACC35}" type="presParOf" srcId="{FC87D83E-99F1-4360-AEBA-F12354D172CD}" destId="{5DDA5075-3CF1-44AE-85DE-52B35ABBAC0C}" srcOrd="30" destOrd="0" presId="urn:microsoft.com/office/officeart/2008/layout/LinedList"/>
    <dgm:cxn modelId="{C647656D-8023-4B52-8D1F-1B913BBD2195}" type="presParOf" srcId="{FC87D83E-99F1-4360-AEBA-F12354D172CD}" destId="{9E65A39E-4E1C-42BC-90C6-CAD65DF1BCAB}" srcOrd="31" destOrd="0" presId="urn:microsoft.com/office/officeart/2008/layout/LinedList"/>
    <dgm:cxn modelId="{D5EC38AB-2323-466A-99B1-CDF18C4AFDFE}" type="presParOf" srcId="{9E65A39E-4E1C-42BC-90C6-CAD65DF1BCAB}" destId="{A887618D-FF40-4CFE-896F-1D72EF4F3699}" srcOrd="0" destOrd="0" presId="urn:microsoft.com/office/officeart/2008/layout/LinedList"/>
    <dgm:cxn modelId="{DD7783A2-7D07-41FC-80FD-AC080DCD3B94}" type="presParOf" srcId="{9E65A39E-4E1C-42BC-90C6-CAD65DF1BCAB}" destId="{3B53B4A3-F2F0-4043-9DC4-3AD6FCFAB2F5}" srcOrd="1" destOrd="0" presId="urn:microsoft.com/office/officeart/2008/layout/LinedList"/>
    <dgm:cxn modelId="{2C6E3C76-D60A-4CB1-BEF8-036F7D679D01}" type="presParOf" srcId="{FC87D83E-99F1-4360-AEBA-F12354D172CD}" destId="{A90B6FBD-9B79-47B3-946E-26C25AFCE38D}" srcOrd="32" destOrd="0" presId="urn:microsoft.com/office/officeart/2008/layout/LinedList"/>
    <dgm:cxn modelId="{2C094F37-5152-404E-8850-674DDF24864B}" type="presParOf" srcId="{FC87D83E-99F1-4360-AEBA-F12354D172CD}" destId="{3957577F-A33B-424D-945D-9FC8DB57097C}" srcOrd="33" destOrd="0" presId="urn:microsoft.com/office/officeart/2008/layout/LinedList"/>
    <dgm:cxn modelId="{3C42BBE8-E8B0-4237-ADC4-EDA5621F8180}" type="presParOf" srcId="{3957577F-A33B-424D-945D-9FC8DB57097C}" destId="{8E994932-F591-4904-8FD6-5F798BAF5828}" srcOrd="0" destOrd="0" presId="urn:microsoft.com/office/officeart/2008/layout/LinedList"/>
    <dgm:cxn modelId="{A58A7D59-9755-4DB2-8847-18D45194940F}" type="presParOf" srcId="{3957577F-A33B-424D-945D-9FC8DB57097C}" destId="{204DA630-7365-40C7-8263-BDCCEC5AB513}" srcOrd="1" destOrd="0" presId="urn:microsoft.com/office/officeart/2008/layout/LinedList"/>
    <dgm:cxn modelId="{19002F1F-DB55-4685-860D-4FBF8DDC7C78}" type="presParOf" srcId="{FC87D83E-99F1-4360-AEBA-F12354D172CD}" destId="{A4573C57-117E-4307-B90B-A26CCD0C95C4}" srcOrd="34" destOrd="0" presId="urn:microsoft.com/office/officeart/2008/layout/LinedList"/>
    <dgm:cxn modelId="{8B4F50C2-8FCF-4D45-AA46-E9AD04F442CF}" type="presParOf" srcId="{FC87D83E-99F1-4360-AEBA-F12354D172CD}" destId="{09B84285-0C3D-4126-912B-CBD7F9F62C6C}" srcOrd="35" destOrd="0" presId="urn:microsoft.com/office/officeart/2008/layout/LinedList"/>
    <dgm:cxn modelId="{C2E850B2-CDE4-4D01-8837-761DA02A2019}" type="presParOf" srcId="{09B84285-0C3D-4126-912B-CBD7F9F62C6C}" destId="{E001E931-157F-498B-AA4A-8B22F2D50B7F}" srcOrd="0" destOrd="0" presId="urn:microsoft.com/office/officeart/2008/layout/LinedList"/>
    <dgm:cxn modelId="{BCBC6D29-0A59-463B-ABD6-B4101838DD01}" type="presParOf" srcId="{09B84285-0C3D-4126-912B-CBD7F9F62C6C}" destId="{408B3AC6-15E6-41A5-B2D1-0786C2AC069C}" srcOrd="1" destOrd="0" presId="urn:microsoft.com/office/officeart/2008/layout/LinedList"/>
    <dgm:cxn modelId="{0A3C4BF4-2C1A-4B83-9095-2CFEB858AE78}" type="presParOf" srcId="{FC87D83E-99F1-4360-AEBA-F12354D172CD}" destId="{3F3BE6B1-6CD5-4200-9EBD-86A9A12C2471}" srcOrd="36" destOrd="0" presId="urn:microsoft.com/office/officeart/2008/layout/LinedList"/>
    <dgm:cxn modelId="{1286E1E2-864D-4D76-8EA8-D6CEDCA9B7B1}" type="presParOf" srcId="{FC87D83E-99F1-4360-AEBA-F12354D172CD}" destId="{FFB9D651-A5C8-44BD-A35F-C51CAA44FD87}" srcOrd="37" destOrd="0" presId="urn:microsoft.com/office/officeart/2008/layout/LinedList"/>
    <dgm:cxn modelId="{E0FE27B1-BB57-4F0C-A649-ABDB8A33F7BA}" type="presParOf" srcId="{FFB9D651-A5C8-44BD-A35F-C51CAA44FD87}" destId="{1FA96B27-A55C-4E16-B848-F64CD51B9B9A}" srcOrd="0" destOrd="0" presId="urn:microsoft.com/office/officeart/2008/layout/LinedList"/>
    <dgm:cxn modelId="{FC49B144-613C-46CA-A677-CFF3B56E1C39}" type="presParOf" srcId="{FFB9D651-A5C8-44BD-A35F-C51CAA44FD87}" destId="{EF319E3A-FD59-47D7-B25E-901A8E2AB951}" srcOrd="1" destOrd="0" presId="urn:microsoft.com/office/officeart/2008/layout/LinedList"/>
    <dgm:cxn modelId="{14C8D6D8-86C3-4C60-BC69-D732423DD611}" type="presParOf" srcId="{FC87D83E-99F1-4360-AEBA-F12354D172CD}" destId="{026DFD26-97E0-42A8-9FF5-DF8C8F624AD5}" srcOrd="38" destOrd="0" presId="urn:microsoft.com/office/officeart/2008/layout/LinedList"/>
    <dgm:cxn modelId="{C531995B-388F-4B77-8D87-B840A3A3ACE3}" type="presParOf" srcId="{FC87D83E-99F1-4360-AEBA-F12354D172CD}" destId="{79A5E433-72A5-4B97-A094-76738636EBA9}" srcOrd="39" destOrd="0" presId="urn:microsoft.com/office/officeart/2008/layout/LinedList"/>
    <dgm:cxn modelId="{ECD95194-2ED4-4E14-B7C2-EA615C1A3FD6}" type="presParOf" srcId="{79A5E433-72A5-4B97-A094-76738636EBA9}" destId="{FF0E0621-4117-45F9-A8CE-8D2109CEFB8C}" srcOrd="0" destOrd="0" presId="urn:microsoft.com/office/officeart/2008/layout/LinedList"/>
    <dgm:cxn modelId="{A96F409D-C2D9-4922-A20F-80AD86BD48C7}" type="presParOf" srcId="{79A5E433-72A5-4B97-A094-76738636EBA9}" destId="{B1435A39-A8B4-4B57-8E11-345C3C944236}" srcOrd="1" destOrd="0" presId="urn:microsoft.com/office/officeart/2008/layout/LinedList"/>
    <dgm:cxn modelId="{1A18123F-68EF-4F44-A6D7-40F54E172551}" type="presParOf" srcId="{FC87D83E-99F1-4360-AEBA-F12354D172CD}" destId="{548DD3C9-181A-466E-88F1-200884C0000E}" srcOrd="40" destOrd="0" presId="urn:microsoft.com/office/officeart/2008/layout/LinedList"/>
    <dgm:cxn modelId="{E6271A24-9422-4D26-89E9-C19695EED88E}" type="presParOf" srcId="{FC87D83E-99F1-4360-AEBA-F12354D172CD}" destId="{32FB3B88-06FF-4E3D-82F7-8FEA640B2581}" srcOrd="41" destOrd="0" presId="urn:microsoft.com/office/officeart/2008/layout/LinedList"/>
    <dgm:cxn modelId="{45F1FE3A-E8C0-4E91-AA93-D1A1CFF99A28}" type="presParOf" srcId="{32FB3B88-06FF-4E3D-82F7-8FEA640B2581}" destId="{0FFBADE9-D4B6-4909-9639-82697D145EE7}" srcOrd="0" destOrd="0" presId="urn:microsoft.com/office/officeart/2008/layout/LinedList"/>
    <dgm:cxn modelId="{364B16E5-7779-4EE8-83D7-FBCE97F846E5}" type="presParOf" srcId="{32FB3B88-06FF-4E3D-82F7-8FEA640B2581}" destId="{AF35608C-BA97-44A0-BF1C-FD88AC2AF65B}" srcOrd="1" destOrd="0" presId="urn:microsoft.com/office/officeart/2008/layout/LinedList"/>
    <dgm:cxn modelId="{DA91C501-E230-4CED-B784-B8BFF4889C25}" type="presParOf" srcId="{FC87D83E-99F1-4360-AEBA-F12354D172CD}" destId="{5FE4269E-84BE-4F55-9A29-8EF206C9A549}" srcOrd="42" destOrd="0" presId="urn:microsoft.com/office/officeart/2008/layout/LinedList"/>
    <dgm:cxn modelId="{CA971C2E-DAAC-418C-9A81-6F475FCA6909}" type="presParOf" srcId="{FC87D83E-99F1-4360-AEBA-F12354D172CD}" destId="{CA4482BB-88B3-4215-A950-D5E07618EC54}" srcOrd="43" destOrd="0" presId="urn:microsoft.com/office/officeart/2008/layout/LinedList"/>
    <dgm:cxn modelId="{D3345928-83FF-41E2-94DB-33D5FE9A5111}" type="presParOf" srcId="{CA4482BB-88B3-4215-A950-D5E07618EC54}" destId="{4D1296DB-0CC6-4FEB-83E7-2623D0BBBBC3}" srcOrd="0" destOrd="0" presId="urn:microsoft.com/office/officeart/2008/layout/LinedList"/>
    <dgm:cxn modelId="{489FBA76-7B89-42AB-B2DD-C82A8004FFE4}" type="presParOf" srcId="{CA4482BB-88B3-4215-A950-D5E07618EC54}" destId="{96388FCE-E808-4AD5-942F-24124CE86F42}" srcOrd="1" destOrd="0" presId="urn:microsoft.com/office/officeart/2008/layout/LinedList"/>
    <dgm:cxn modelId="{135B7C14-2403-4E20-A71F-6F25F67297B9}" type="presParOf" srcId="{FC87D83E-99F1-4360-AEBA-F12354D172CD}" destId="{EFDBBEB0-24E6-4B12-9207-9FE816EF0EE1}" srcOrd="44" destOrd="0" presId="urn:microsoft.com/office/officeart/2008/layout/LinedList"/>
    <dgm:cxn modelId="{666A350B-8789-4252-A8B1-5EAF082078BA}" type="presParOf" srcId="{FC87D83E-99F1-4360-AEBA-F12354D172CD}" destId="{D4DA439A-18D7-4A7F-A65A-658134B627E7}" srcOrd="45" destOrd="0" presId="urn:microsoft.com/office/officeart/2008/layout/LinedList"/>
    <dgm:cxn modelId="{1185353B-8C8D-4EE5-9EC3-BA7C3F85C0C3}" type="presParOf" srcId="{D4DA439A-18D7-4A7F-A65A-658134B627E7}" destId="{B1108394-1767-4618-9644-1E0BDA46B6C5}" srcOrd="0" destOrd="0" presId="urn:microsoft.com/office/officeart/2008/layout/LinedList"/>
    <dgm:cxn modelId="{73BA5989-7864-452C-98CF-A5A9F25285EE}" type="presParOf" srcId="{D4DA439A-18D7-4A7F-A65A-658134B627E7}" destId="{8FCBF2F7-4B6E-408E-8012-ACA0BE777CCA}" srcOrd="1" destOrd="0" presId="urn:microsoft.com/office/officeart/2008/layout/LinedList"/>
    <dgm:cxn modelId="{89D5C25A-E8CF-456A-89F7-1E716936B77E}" type="presParOf" srcId="{FC87D83E-99F1-4360-AEBA-F12354D172CD}" destId="{36304089-5AD7-4D84-90E7-FE4D740DD0EE}" srcOrd="46" destOrd="0" presId="urn:microsoft.com/office/officeart/2008/layout/LinedList"/>
    <dgm:cxn modelId="{64971E6B-4CEC-41D6-A042-5833E094F323}" type="presParOf" srcId="{FC87D83E-99F1-4360-AEBA-F12354D172CD}" destId="{ACAD2F08-A9A3-4A27-BA5A-EBCA5BEED236}" srcOrd="47" destOrd="0" presId="urn:microsoft.com/office/officeart/2008/layout/LinedList"/>
    <dgm:cxn modelId="{3E623213-ABF6-4D5E-9215-86373C879E62}" type="presParOf" srcId="{ACAD2F08-A9A3-4A27-BA5A-EBCA5BEED236}" destId="{1D186549-193B-4CFF-B952-9978F14A19AC}" srcOrd="0" destOrd="0" presId="urn:microsoft.com/office/officeart/2008/layout/LinedList"/>
    <dgm:cxn modelId="{85FAB89A-5CA8-423A-AF88-A9A12C92CD5F}" type="presParOf" srcId="{ACAD2F08-A9A3-4A27-BA5A-EBCA5BEED236}" destId="{7E52935A-0883-46A0-BD50-300A1C5EDD1C}" srcOrd="1" destOrd="0" presId="urn:microsoft.com/office/officeart/2008/layout/LinedList"/>
    <dgm:cxn modelId="{C38E5A42-8C10-41E7-AFA2-29DC2742511A}" type="presParOf" srcId="{FC87D83E-99F1-4360-AEBA-F12354D172CD}" destId="{F4EFDF38-A938-480E-8B28-E6D95AF2793F}" srcOrd="48" destOrd="0" presId="urn:microsoft.com/office/officeart/2008/layout/LinedList"/>
    <dgm:cxn modelId="{C8C190F8-7892-4839-8B0E-2974C8B660D8}" type="presParOf" srcId="{FC87D83E-99F1-4360-AEBA-F12354D172CD}" destId="{6969A86D-FD41-43B8-84F3-92F88FF84F51}" srcOrd="49" destOrd="0" presId="urn:microsoft.com/office/officeart/2008/layout/LinedList"/>
    <dgm:cxn modelId="{FC413AA1-80D0-4BDE-8DF2-92D11ADEDCE5}" type="presParOf" srcId="{6969A86D-FD41-43B8-84F3-92F88FF84F51}" destId="{D2150888-0602-477D-ADD7-A2098210D3E9}" srcOrd="0" destOrd="0" presId="urn:microsoft.com/office/officeart/2008/layout/LinedList"/>
    <dgm:cxn modelId="{374627D5-C2A4-47BE-B196-FB5A48FD49D6}" type="presParOf" srcId="{6969A86D-FD41-43B8-84F3-92F88FF84F51}" destId="{7C1B4054-4A6B-4697-BDB0-908D720F3047}" srcOrd="1" destOrd="0" presId="urn:microsoft.com/office/officeart/2008/layout/LinedList"/>
    <dgm:cxn modelId="{01050DA9-7D64-4FFE-9D9C-9DF57C4C7C7C}" type="presParOf" srcId="{FC87D83E-99F1-4360-AEBA-F12354D172CD}" destId="{4DD89C2E-87CA-47D2-887C-A40C9AF9F6FE}" srcOrd="50" destOrd="0" presId="urn:microsoft.com/office/officeart/2008/layout/LinedList"/>
    <dgm:cxn modelId="{ACBF7350-EDBE-43FB-82D0-F98CB72F41DF}" type="presParOf" srcId="{FC87D83E-99F1-4360-AEBA-F12354D172CD}" destId="{9F78E089-C0BA-4077-B68C-14604CE4D771}" srcOrd="51" destOrd="0" presId="urn:microsoft.com/office/officeart/2008/layout/LinedList"/>
    <dgm:cxn modelId="{EF5D9E5C-36DE-4B6D-B6DD-1DFCAAA933D1}" type="presParOf" srcId="{9F78E089-C0BA-4077-B68C-14604CE4D771}" destId="{A576420F-D999-4B8A-B7AB-DC890CEC5990}" srcOrd="0" destOrd="0" presId="urn:microsoft.com/office/officeart/2008/layout/LinedList"/>
    <dgm:cxn modelId="{73945F2E-03BE-4834-BF81-1C471F00A31A}" type="presParOf" srcId="{9F78E089-C0BA-4077-B68C-14604CE4D771}" destId="{9B34C396-383F-4498-B9C3-CD08CF52AE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05572-B996-49B8-906C-C3F736480BAD}">
      <dsp:nvSpPr>
        <dsp:cNvPr id="0" name=""/>
        <dsp:cNvSpPr/>
      </dsp:nvSpPr>
      <dsp:spPr>
        <a:xfrm>
          <a:off x="0" y="62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DAEB9-BE42-418E-B9D5-F884B4A95FCD}">
      <dsp:nvSpPr>
        <dsp:cNvPr id="0" name=""/>
        <dsp:cNvSpPr/>
      </dsp:nvSpPr>
      <dsp:spPr>
        <a:xfrm>
          <a:off x="0" y="62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Phase 2 Expansion Estimate: Adding Wayfair + 1 More Partner</a:t>
          </a:r>
        </a:p>
      </dsp:txBody>
      <dsp:txXfrm>
        <a:off x="0" y="627"/>
        <a:ext cx="10755296" cy="197618"/>
      </dsp:txXfrm>
    </dsp:sp>
    <dsp:sp modelId="{B1A027C5-0937-4527-B7B5-5E3641B54E60}">
      <dsp:nvSpPr>
        <dsp:cNvPr id="0" name=""/>
        <dsp:cNvSpPr/>
      </dsp:nvSpPr>
      <dsp:spPr>
        <a:xfrm>
          <a:off x="0" y="198246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CCC84-3C9B-4E51-B7DE-E12E9D3BA2AE}">
      <dsp:nvSpPr>
        <dsp:cNvPr id="0" name=""/>
        <dsp:cNvSpPr/>
      </dsp:nvSpPr>
      <dsp:spPr>
        <a:xfrm>
          <a:off x="0" y="198246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📅 Timeline: 6-8 weeks</a:t>
          </a:r>
        </a:p>
      </dsp:txBody>
      <dsp:txXfrm>
        <a:off x="0" y="198246"/>
        <a:ext cx="10755296" cy="197618"/>
      </dsp:txXfrm>
    </dsp:sp>
    <dsp:sp modelId="{D11F24E4-40EB-458E-8D61-FCC0ADA256F1}">
      <dsp:nvSpPr>
        <dsp:cNvPr id="0" name=""/>
        <dsp:cNvSpPr/>
      </dsp:nvSpPr>
      <dsp:spPr>
        <a:xfrm>
          <a:off x="0" y="39586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33012-43DA-49F9-B5F6-636060068E03}">
      <dsp:nvSpPr>
        <dsp:cNvPr id="0" name=""/>
        <dsp:cNvSpPr/>
      </dsp:nvSpPr>
      <dsp:spPr>
        <a:xfrm>
          <a:off x="0" y="39586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💰 Cost: ~$35,000</a:t>
          </a:r>
        </a:p>
      </dsp:txBody>
      <dsp:txXfrm>
        <a:off x="0" y="395865"/>
        <a:ext cx="10755296" cy="197618"/>
      </dsp:txXfrm>
    </dsp:sp>
    <dsp:sp modelId="{38C17471-4EB3-45F5-B7AC-57C691368B68}">
      <dsp:nvSpPr>
        <dsp:cNvPr id="0" name=""/>
        <dsp:cNvSpPr/>
      </dsp:nvSpPr>
      <dsp:spPr>
        <a:xfrm>
          <a:off x="0" y="59348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2857F-B515-41E2-8801-8F2A42C69B00}">
      <dsp:nvSpPr>
        <dsp:cNvPr id="0" name=""/>
        <dsp:cNvSpPr/>
      </dsp:nvSpPr>
      <dsp:spPr>
        <a:xfrm>
          <a:off x="0" y="59348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👥 Team: 1 Senior Dev, 1 Junior Dev, QA, DevOps</a:t>
          </a:r>
        </a:p>
      </dsp:txBody>
      <dsp:txXfrm>
        <a:off x="0" y="593483"/>
        <a:ext cx="10755296" cy="197618"/>
      </dsp:txXfrm>
    </dsp:sp>
    <dsp:sp modelId="{C0A579F1-C214-4B84-8377-F987B83BC69E}">
      <dsp:nvSpPr>
        <dsp:cNvPr id="0" name=""/>
        <dsp:cNvSpPr/>
      </dsp:nvSpPr>
      <dsp:spPr>
        <a:xfrm>
          <a:off x="0" y="79110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352A6-5564-4FAC-B978-BDD633120BE7}">
      <dsp:nvSpPr>
        <dsp:cNvPr id="0" name=""/>
        <dsp:cNvSpPr/>
      </dsp:nvSpPr>
      <dsp:spPr>
        <a:xfrm>
          <a:off x="0" y="79110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Key Deliverables:</a:t>
          </a:r>
        </a:p>
      </dsp:txBody>
      <dsp:txXfrm>
        <a:off x="0" y="791102"/>
        <a:ext cx="10755296" cy="197618"/>
      </dsp:txXfrm>
    </dsp:sp>
    <dsp:sp modelId="{84BE61A7-FCD6-4482-BB8D-B4C05BC9175D}">
      <dsp:nvSpPr>
        <dsp:cNvPr id="0" name=""/>
        <dsp:cNvSpPr/>
      </dsp:nvSpPr>
      <dsp:spPr>
        <a:xfrm>
          <a:off x="0" y="98872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EADAF-4247-4A10-A016-22749CF6EFE7}">
      <dsp:nvSpPr>
        <dsp:cNvPr id="0" name=""/>
        <dsp:cNvSpPr/>
      </dsp:nvSpPr>
      <dsp:spPr>
        <a:xfrm>
          <a:off x="0" y="98872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1. Partner Abstraction Framework - Reusable architecture</a:t>
          </a:r>
        </a:p>
      </dsp:txBody>
      <dsp:txXfrm>
        <a:off x="0" y="988721"/>
        <a:ext cx="10755296" cy="197618"/>
      </dsp:txXfrm>
    </dsp:sp>
    <dsp:sp modelId="{7E8EEC7F-A551-4BCD-8A1A-7E6FE5101DC9}">
      <dsp:nvSpPr>
        <dsp:cNvPr id="0" name=""/>
        <dsp:cNvSpPr/>
      </dsp:nvSpPr>
      <dsp:spPr>
        <a:xfrm>
          <a:off x="0" y="1186340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58D47-0B84-40D8-80D5-CB32E51F89BD}">
      <dsp:nvSpPr>
        <dsp:cNvPr id="0" name=""/>
        <dsp:cNvSpPr/>
      </dsp:nvSpPr>
      <dsp:spPr>
        <a:xfrm>
          <a:off x="0" y="1186340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2. Wayfair Integration - Custom endpoints &amp; field mapping</a:t>
          </a:r>
        </a:p>
      </dsp:txBody>
      <dsp:txXfrm>
        <a:off x="0" y="1186340"/>
        <a:ext cx="10755296" cy="197618"/>
      </dsp:txXfrm>
    </dsp:sp>
    <dsp:sp modelId="{A815A426-1BC9-40A8-AA87-D66A97660683}">
      <dsp:nvSpPr>
        <dsp:cNvPr id="0" name=""/>
        <dsp:cNvSpPr/>
      </dsp:nvSpPr>
      <dsp:spPr>
        <a:xfrm>
          <a:off x="0" y="138395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BE030-D6D4-4219-B16A-63E4F765C695}">
      <dsp:nvSpPr>
        <dsp:cNvPr id="0" name=""/>
        <dsp:cNvSpPr/>
      </dsp:nvSpPr>
      <dsp:spPr>
        <a:xfrm>
          <a:off x="0" y="138395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3. Generic Partner Template - Quick onboarding for future partners</a:t>
          </a:r>
        </a:p>
      </dsp:txBody>
      <dsp:txXfrm>
        <a:off x="0" y="1383959"/>
        <a:ext cx="10755296" cy="197618"/>
      </dsp:txXfrm>
    </dsp:sp>
    <dsp:sp modelId="{A087E1EF-CCD5-4D86-8D7C-6F022A3D0160}">
      <dsp:nvSpPr>
        <dsp:cNvPr id="0" name=""/>
        <dsp:cNvSpPr/>
      </dsp:nvSpPr>
      <dsp:spPr>
        <a:xfrm>
          <a:off x="0" y="1581578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2D753-C2DB-462D-9C9A-47CD993DA231}">
      <dsp:nvSpPr>
        <dsp:cNvPr id="0" name=""/>
        <dsp:cNvSpPr/>
      </dsp:nvSpPr>
      <dsp:spPr>
        <a:xfrm>
          <a:off x="0" y="1581578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4. Admin Interface - Configure partners without code changes</a:t>
          </a:r>
        </a:p>
      </dsp:txBody>
      <dsp:txXfrm>
        <a:off x="0" y="1581578"/>
        <a:ext cx="10755296" cy="197618"/>
      </dsp:txXfrm>
    </dsp:sp>
    <dsp:sp modelId="{BF52900B-D90F-4938-80FD-53F798664217}">
      <dsp:nvSpPr>
        <dsp:cNvPr id="0" name=""/>
        <dsp:cNvSpPr/>
      </dsp:nvSpPr>
      <dsp:spPr>
        <a:xfrm>
          <a:off x="0" y="177919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A5F9E-4CB5-4276-9D63-0D30C06E6C00}">
      <dsp:nvSpPr>
        <dsp:cNvPr id="0" name=""/>
        <dsp:cNvSpPr/>
      </dsp:nvSpPr>
      <dsp:spPr>
        <a:xfrm>
          <a:off x="0" y="177919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5. Enhanced Monitoring - Partner-specific metrics &amp; rate limiting</a:t>
          </a:r>
        </a:p>
      </dsp:txBody>
      <dsp:txXfrm>
        <a:off x="0" y="1779197"/>
        <a:ext cx="10755296" cy="197618"/>
      </dsp:txXfrm>
    </dsp:sp>
    <dsp:sp modelId="{043A4226-D951-4401-8744-3BB42BBE3F79}">
      <dsp:nvSpPr>
        <dsp:cNvPr id="0" name=""/>
        <dsp:cNvSpPr/>
      </dsp:nvSpPr>
      <dsp:spPr>
        <a:xfrm>
          <a:off x="0" y="197681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DDD81-ED5E-45F6-A441-30E466C06A3C}">
      <dsp:nvSpPr>
        <dsp:cNvPr id="0" name=""/>
        <dsp:cNvSpPr/>
      </dsp:nvSpPr>
      <dsp:spPr>
        <a:xfrm>
          <a:off x="0" y="197681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---</a:t>
          </a:r>
        </a:p>
      </dsp:txBody>
      <dsp:txXfrm>
        <a:off x="0" y="1976815"/>
        <a:ext cx="10755296" cy="197618"/>
      </dsp:txXfrm>
    </dsp:sp>
    <dsp:sp modelId="{938F9353-7D6E-4985-8D2A-3C13DD3E9475}">
      <dsp:nvSpPr>
        <dsp:cNvPr id="0" name=""/>
        <dsp:cNvSpPr/>
      </dsp:nvSpPr>
      <dsp:spPr>
        <a:xfrm>
          <a:off x="0" y="2174434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50B89-6B1F-4E75-86D0-8D130706D7E0}">
      <dsp:nvSpPr>
        <dsp:cNvPr id="0" name=""/>
        <dsp:cNvSpPr/>
      </dsp:nvSpPr>
      <dsp:spPr>
        <a:xfrm>
          <a:off x="0" y="2174434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Recommended Architecture:</a:t>
          </a:r>
        </a:p>
      </dsp:txBody>
      <dsp:txXfrm>
        <a:off x="0" y="2174434"/>
        <a:ext cx="10755296" cy="197618"/>
      </dsp:txXfrm>
    </dsp:sp>
    <dsp:sp modelId="{B2E79DA4-33D8-42B6-875A-C4C8D5A57C2C}">
      <dsp:nvSpPr>
        <dsp:cNvPr id="0" name=""/>
        <dsp:cNvSpPr/>
      </dsp:nvSpPr>
      <dsp:spPr>
        <a:xfrm>
          <a:off x="0" y="237205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4C4FC-4070-48D7-82F3-7656E8EAAF68}">
      <dsp:nvSpPr>
        <dsp:cNvPr id="0" name=""/>
        <dsp:cNvSpPr/>
      </dsp:nvSpPr>
      <dsp:spPr>
        <a:xfrm>
          <a:off x="0" y="237205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Partner-Specific Routes: /api/partners/amazon/*, /api/partners/wayfair/*</a:t>
          </a:r>
        </a:p>
      </dsp:txBody>
      <dsp:txXfrm>
        <a:off x="0" y="2372053"/>
        <a:ext cx="10755296" cy="197618"/>
      </dsp:txXfrm>
    </dsp:sp>
    <dsp:sp modelId="{4E17BB1A-8236-498C-B857-965F24A2BBC1}">
      <dsp:nvSpPr>
        <dsp:cNvPr id="0" name=""/>
        <dsp:cNvSpPr/>
      </dsp:nvSpPr>
      <dsp:spPr>
        <a:xfrm>
          <a:off x="0" y="256967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40F4A-08D5-456B-B31F-33E0377FC276}">
      <dsp:nvSpPr>
        <dsp:cNvPr id="0" name=""/>
        <dsp:cNvSpPr/>
      </dsp:nvSpPr>
      <dsp:spPr>
        <a:xfrm>
          <a:off x="0" y="256967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Abstraction Layer: IPartnerService with implementations per partner</a:t>
          </a:r>
        </a:p>
      </dsp:txBody>
      <dsp:txXfrm>
        <a:off x="0" y="2569672"/>
        <a:ext cx="10755296" cy="197618"/>
      </dsp:txXfrm>
    </dsp:sp>
    <dsp:sp modelId="{FA608F48-3192-46E7-91C2-DA87EB663ED8}">
      <dsp:nvSpPr>
        <dsp:cNvPr id="0" name=""/>
        <dsp:cNvSpPr/>
      </dsp:nvSpPr>
      <dsp:spPr>
        <a:xfrm>
          <a:off x="0" y="276729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D99ED-9BAB-4A27-9EA9-EC0CAE9557F9}">
      <dsp:nvSpPr>
        <dsp:cNvPr id="0" name=""/>
        <dsp:cNvSpPr/>
      </dsp:nvSpPr>
      <dsp:spPr>
        <a:xfrm>
          <a:off x="0" y="276729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Configuration-Driven: Partner settings in JSON, not hardcoded</a:t>
          </a:r>
        </a:p>
      </dsp:txBody>
      <dsp:txXfrm>
        <a:off x="0" y="2767291"/>
        <a:ext cx="10755296" cy="197618"/>
      </dsp:txXfrm>
    </dsp:sp>
    <dsp:sp modelId="{5DDA5075-3CF1-44AE-85DE-52B35ABBAC0C}">
      <dsp:nvSpPr>
        <dsp:cNvPr id="0" name=""/>
        <dsp:cNvSpPr/>
      </dsp:nvSpPr>
      <dsp:spPr>
        <a:xfrm>
          <a:off x="0" y="2964910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7618D-FF40-4CFE-896F-1D72EF4F3699}">
      <dsp:nvSpPr>
        <dsp:cNvPr id="0" name=""/>
        <dsp:cNvSpPr/>
      </dsp:nvSpPr>
      <dsp:spPr>
        <a:xfrm>
          <a:off x="0" y="2964910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Scalable Design: Add new partners in 1-2 weeks each</a:t>
          </a:r>
        </a:p>
      </dsp:txBody>
      <dsp:txXfrm>
        <a:off x="0" y="2964910"/>
        <a:ext cx="10755296" cy="197618"/>
      </dsp:txXfrm>
    </dsp:sp>
    <dsp:sp modelId="{A90B6FBD-9B79-47B3-946E-26C25AFCE38D}">
      <dsp:nvSpPr>
        <dsp:cNvPr id="0" name=""/>
        <dsp:cNvSpPr/>
      </dsp:nvSpPr>
      <dsp:spPr>
        <a:xfrm>
          <a:off x="0" y="316252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94932-F591-4904-8FD6-5F798BAF5828}">
      <dsp:nvSpPr>
        <dsp:cNvPr id="0" name=""/>
        <dsp:cNvSpPr/>
      </dsp:nvSpPr>
      <dsp:spPr>
        <a:xfrm>
          <a:off x="0" y="316252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---</a:t>
          </a:r>
        </a:p>
      </dsp:txBody>
      <dsp:txXfrm>
        <a:off x="0" y="3162529"/>
        <a:ext cx="10755296" cy="197618"/>
      </dsp:txXfrm>
    </dsp:sp>
    <dsp:sp modelId="{A4573C57-117E-4307-B90B-A26CCD0C95C4}">
      <dsp:nvSpPr>
        <dsp:cNvPr id="0" name=""/>
        <dsp:cNvSpPr/>
      </dsp:nvSpPr>
      <dsp:spPr>
        <a:xfrm>
          <a:off x="0" y="336014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1E931-157F-498B-AA4A-8B22F2D50B7F}">
      <dsp:nvSpPr>
        <dsp:cNvPr id="0" name=""/>
        <dsp:cNvSpPr/>
      </dsp:nvSpPr>
      <dsp:spPr>
        <a:xfrm>
          <a:off x="0" y="336014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Business Impact:</a:t>
          </a:r>
        </a:p>
      </dsp:txBody>
      <dsp:txXfrm>
        <a:off x="0" y="3360147"/>
        <a:ext cx="10755296" cy="197618"/>
      </dsp:txXfrm>
    </dsp:sp>
    <dsp:sp modelId="{3F3BE6B1-6CD5-4200-9EBD-86A9A12C2471}">
      <dsp:nvSpPr>
        <dsp:cNvPr id="0" name=""/>
        <dsp:cNvSpPr/>
      </dsp:nvSpPr>
      <dsp:spPr>
        <a:xfrm>
          <a:off x="0" y="3557766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96B27-A55C-4E16-B848-F64CD51B9B9A}">
      <dsp:nvSpPr>
        <dsp:cNvPr id="0" name=""/>
        <dsp:cNvSpPr/>
      </dsp:nvSpPr>
      <dsp:spPr>
        <a:xfrm>
          <a:off x="0" y="3557766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Current: Amazon integration supports single partner</a:t>
          </a:r>
        </a:p>
      </dsp:txBody>
      <dsp:txXfrm>
        <a:off x="0" y="3557766"/>
        <a:ext cx="10755296" cy="197618"/>
      </dsp:txXfrm>
    </dsp:sp>
    <dsp:sp modelId="{026DFD26-97E0-42A8-9FF5-DF8C8F624AD5}">
      <dsp:nvSpPr>
        <dsp:cNvPr id="0" name=""/>
        <dsp:cNvSpPr/>
      </dsp:nvSpPr>
      <dsp:spPr>
        <a:xfrm>
          <a:off x="0" y="375538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E0621-4117-45F9-A8CE-8D2109CEFB8C}">
      <dsp:nvSpPr>
        <dsp:cNvPr id="0" name=""/>
        <dsp:cNvSpPr/>
      </dsp:nvSpPr>
      <dsp:spPr>
        <a:xfrm>
          <a:off x="0" y="375538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Phase 2: Framework supports unlimited partners</a:t>
          </a:r>
        </a:p>
      </dsp:txBody>
      <dsp:txXfrm>
        <a:off x="0" y="3755385"/>
        <a:ext cx="10755296" cy="197618"/>
      </dsp:txXfrm>
    </dsp:sp>
    <dsp:sp modelId="{548DD3C9-181A-466E-88F1-200884C0000E}">
      <dsp:nvSpPr>
        <dsp:cNvPr id="0" name=""/>
        <dsp:cNvSpPr/>
      </dsp:nvSpPr>
      <dsp:spPr>
        <a:xfrm>
          <a:off x="0" y="3953004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BADE9-D4B6-4909-9639-82697D145EE7}">
      <dsp:nvSpPr>
        <dsp:cNvPr id="0" name=""/>
        <dsp:cNvSpPr/>
      </dsp:nvSpPr>
      <dsp:spPr>
        <a:xfrm>
          <a:off x="0" y="3953004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ROI: First additional partner costs $35K, subsequent partners ~$5-10K each</a:t>
          </a:r>
        </a:p>
      </dsp:txBody>
      <dsp:txXfrm>
        <a:off x="0" y="3953004"/>
        <a:ext cx="10755296" cy="197618"/>
      </dsp:txXfrm>
    </dsp:sp>
    <dsp:sp modelId="{5FE4269E-84BE-4F55-9A29-8EF206C9A549}">
      <dsp:nvSpPr>
        <dsp:cNvPr id="0" name=""/>
        <dsp:cNvSpPr/>
      </dsp:nvSpPr>
      <dsp:spPr>
        <a:xfrm>
          <a:off x="0" y="415062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296DB-0CC6-4FEB-83E7-2623D0BBBBC3}">
      <dsp:nvSpPr>
        <dsp:cNvPr id="0" name=""/>
        <dsp:cNvSpPr/>
      </dsp:nvSpPr>
      <dsp:spPr>
        <a:xfrm>
          <a:off x="0" y="415062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Timeline: Wayfair could be live by Q1 2026</a:t>
          </a:r>
        </a:p>
      </dsp:txBody>
      <dsp:txXfrm>
        <a:off x="0" y="4150623"/>
        <a:ext cx="10755296" cy="197618"/>
      </dsp:txXfrm>
    </dsp:sp>
    <dsp:sp modelId="{EFDBBEB0-24E6-4B12-9207-9FE816EF0EE1}">
      <dsp:nvSpPr>
        <dsp:cNvPr id="0" name=""/>
        <dsp:cNvSpPr/>
      </dsp:nvSpPr>
      <dsp:spPr>
        <a:xfrm>
          <a:off x="0" y="434824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08394-1767-4618-9644-1E0BDA46B6C5}">
      <dsp:nvSpPr>
        <dsp:cNvPr id="0" name=""/>
        <dsp:cNvSpPr/>
      </dsp:nvSpPr>
      <dsp:spPr>
        <a:xfrm>
          <a:off x="0" y="434824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The existing codebase provides a solid foundation. The main effort is</a:t>
          </a:r>
        </a:p>
      </dsp:txBody>
      <dsp:txXfrm>
        <a:off x="0" y="4348242"/>
        <a:ext cx="10755296" cy="197618"/>
      </dsp:txXfrm>
    </dsp:sp>
    <dsp:sp modelId="{36304089-5AD7-4D84-90E7-FE4D740DD0EE}">
      <dsp:nvSpPr>
        <dsp:cNvPr id="0" name=""/>
        <dsp:cNvSpPr/>
      </dsp:nvSpPr>
      <dsp:spPr>
        <a:xfrm>
          <a:off x="0" y="454586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86549-193B-4CFF-B952-9978F14A19AC}">
      <dsp:nvSpPr>
        <dsp:cNvPr id="0" name=""/>
        <dsp:cNvSpPr/>
      </dsp:nvSpPr>
      <dsp:spPr>
        <a:xfrm>
          <a:off x="0" y="454586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creating the partner abstraction layer and configuration system, not</a:t>
          </a:r>
        </a:p>
      </dsp:txBody>
      <dsp:txXfrm>
        <a:off x="0" y="4545861"/>
        <a:ext cx="10755296" cy="197618"/>
      </dsp:txXfrm>
    </dsp:sp>
    <dsp:sp modelId="{F4EFDF38-A938-480E-8B28-E6D95AF2793F}">
      <dsp:nvSpPr>
        <dsp:cNvPr id="0" name=""/>
        <dsp:cNvSpPr/>
      </dsp:nvSpPr>
      <dsp:spPr>
        <a:xfrm>
          <a:off x="0" y="474347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0888-0602-477D-ADD7-A2098210D3E9}">
      <dsp:nvSpPr>
        <dsp:cNvPr id="0" name=""/>
        <dsp:cNvSpPr/>
      </dsp:nvSpPr>
      <dsp:spPr>
        <a:xfrm>
          <a:off x="0" y="474347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rebuilding the API from scratch. This approach balances speed-to-market with</a:t>
          </a:r>
        </a:p>
      </dsp:txBody>
      <dsp:txXfrm>
        <a:off x="0" y="4743479"/>
        <a:ext cx="10755296" cy="197618"/>
      </dsp:txXfrm>
    </dsp:sp>
    <dsp:sp modelId="{4DD89C2E-87CA-47D2-887C-A40C9AF9F6FE}">
      <dsp:nvSpPr>
        <dsp:cNvPr id="0" name=""/>
        <dsp:cNvSpPr/>
      </dsp:nvSpPr>
      <dsp:spPr>
        <a:xfrm>
          <a:off x="0" y="4941098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6420F-D999-4B8A-B7AB-DC890CEC5990}">
      <dsp:nvSpPr>
        <dsp:cNvPr id="0" name=""/>
        <dsp:cNvSpPr/>
      </dsp:nvSpPr>
      <dsp:spPr>
        <a:xfrm>
          <a:off x="0" y="4941098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long-term scalability.</a:t>
          </a:r>
        </a:p>
      </dsp:txBody>
      <dsp:txXfrm>
        <a:off x="0" y="4941098"/>
        <a:ext cx="10755296" cy="197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1904ED56-815F-4152-9F12-EA9FD3F07DC0}" type="datetimeFigureOut"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FF60533-1213-4FCB-A4AA-C44494E2E2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west\OneDrive%20-%20PointSolve%20Technology%20Inc\LocalWest\Projects\GCC%20Database%20Solution\GCCWebApp\GCCWebApp\0_Documentation\API_Workflow_Diagrams.svg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AD00-E69E-A16B-149B-AD7F70F7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06B4-E429-4590-113E-1C02736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CD48-E55A-106B-9489-91CFA7F5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964-E166-88FC-B8EF-B948D5C8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7A48-A700-5E98-7245-B727767E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2071C-6E61-1653-8A89-B8E76D37B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6500D-FE37-333D-2E8C-399631EC0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API_Workflow_Diagrams.svg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E9FF-5852-6E6A-FC94-5206EFA2D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9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97C8-A53A-5DB5-466A-AA195626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EDE12-420B-D12E-1862-E81A57DF7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2BDA4-CA7B-DA6C-BB77-969664F4A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9481-7AF0-801E-FDA9-67F9FCBB7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33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5197-7F75-0651-9615-84766776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1CA46-5849-FCE7-CF48-C1D5F89CD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0D182-FE3D-FE40-0B79-7EAF0D6D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2332-DD83-7078-2486-83C716F5B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04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D71A2-54CC-97F9-5DEE-9D6F70B0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6F113-1E46-69BF-4BF9-3C2263A39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7EDD7-1A28-53E2-0200-BF8FDAFF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51863-A180-1204-CD7A-DAED137C1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53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F5D8-0D79-7F36-9DD6-9B16F8A4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6E690-2702-8139-DC0F-77A1D557D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58715-B550-84C6-F474-F200DF0D0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6D27E-2CB8-1E3E-DC9C-08545D4E4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67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92CBC-0BC2-F651-B4C0-3D92F593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F8231-E135-273F-5B1F-FB277DF34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9CFA7-11E9-091A-B45B-0350BA3BA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7C21-711B-091D-F88A-35299C953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14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64A5-1276-BE02-0709-EB695D89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BEFF9-512F-8CE2-47EF-9D9706DDD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34E3A-47B0-E3F5-3904-DEA1B1DD7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1D568-86A9-57A5-C153-E7BA6856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CA809-7F6E-7C3D-5C77-97E7F25C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C0742-6220-9C75-ED87-E9BAC7FA9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495B0-BACE-AA40-C234-C75EE89C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F004-6484-BE90-42B7-5BE3A1331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12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9325-EE45-B791-F78F-79348B79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4284A-203A-F704-02AA-97A2C622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F5671-ADD8-B659-548A-BF95F0286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D2B3-6B21-F456-1820-DFC5B1C8B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3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7C6F-F280-7A17-D18F-EDA91D88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5A04D-D556-C515-86FA-C26506FF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22787-B80D-841B-919A-A819694B3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2A21D-EA21-BC5D-C65E-1AD0C9FAE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7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A154-FCAB-7EF4-284D-57539BCB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DF848-E931-5B3F-D5AC-3B9F3A89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B5FB6-DE26-3999-A2CA-E05647F2A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9C6D-A3E9-25D7-F6C4-D1E0186B2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06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D1F8-7A2A-4753-F99A-91DE35F4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4B0B1-9350-CC63-1CF2-A40F11E8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B82AE-5A7D-130E-A1D7-394B4AC58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2B997-0EDB-1DC4-B94F-D35F6A57D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71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94EE-5A03-BBC5-6B2C-0B73D577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F2C6A-9018-613B-20F8-35847D00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E22E-11CA-7549-FA6E-3F13503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6B06-A622-C757-7734-17361352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72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Comments:</a:t>
            </a:r>
          </a:p>
          <a:p>
            <a:pPr marL="362448" indent="-362448">
              <a:buFont typeface="Symbol" panose="05050102010706020507" pitchFamily="18" charset="2"/>
              <a:buChar char="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S2: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See comment on page 46 may need these pages to edit/delete Product Name or Company Name records unless you can find another way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b="1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 you add a new field. Not represented anywhere. </a:t>
            </a:r>
            <a:endParaRPr lang="en-US" strike="sngStrik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(Roles) from site map.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there an API page – or is that all backend?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7.1.3 – see comments in section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you accounting for non-phase 1 on purpose? No this was missed when updating the documents.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Grayed Items: Some were intentionally removing.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3.3 – This would be clients and partners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needs to be interface for the Analyst to be able to add and edit new Product (and associate product category/type to it) and Company. Current DB has this happening in the Cert upload interface and separate pages.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7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31A-2159-88D2-590D-9960898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539C-2F78-ABE3-A27B-55A27FF9A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145DB-73E2-4ABD-66FD-1CDAEF07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89E1-7EC5-01D7-E4C8-17530ADB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69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7CA7-B25F-275B-8418-6968CF46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2E8EB-2D5D-5EEB-0A57-A1FBBB3BF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4CE5-10A7-BEC3-3985-8B16ED66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FA86-769E-0C0F-E061-65BAD4B1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5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9E64-0FB7-09FF-733D-DAA92BB8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244D-7CF5-BAB9-0EFE-20A28A1D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4CCDF-F4D2-A7EE-072A-7C733527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E6C9-706E-394A-B895-FA0D66DF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2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9AF-59B4-9FEF-FE96-7D59590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BAD96-4AE8-7A37-91F0-0A1615D3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5CE-265B-A8BC-66BB-43516F60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2EF8-37CC-B655-505F-5B408F14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480A-8CF9-6DF4-E9C1-FE30255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72369-4AC5-77C9-188F-5E1E4E2B3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55C34-2539-DC3B-BF10-24AA7DCA7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DF2B-A708-F1FA-4E17-297C3453E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3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439B-8532-EFD8-F8B2-F0C75705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7136-737D-136B-33EE-635939477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150CD-3707-44A4-7152-FD0941B9C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C2650-BE16-2C4B-F089-5C7A5BD55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816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0C5D-F524-24BB-46AE-284143B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37C82-B7F4-A75E-75FB-24F93D6FB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6FD26-F44C-538B-4E15-5307AEEC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D7F3-11E6-9757-EEC7-AD38FAC1E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87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7A12-C291-EBD7-CE0F-25576718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B3D37-A83D-847F-032E-BCA275F81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37B45-7C1D-43F9-5B5E-B87DB6350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D68F2-D1E2-22EA-CC2B-2BF8694FA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04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F6CF-9608-8D28-68E6-CC9AD16A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E004-E9F3-D98A-4D87-C09BC6A5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03989-C53F-F3C2-4E90-9A5759CD2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85D65-49AC-9B26-4298-71A2C890B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00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AF8-5C6A-92CB-AC2B-D658457D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7BFBB-9329-AA77-4DCC-CD6358500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2166-34DD-A45C-A85A-586E229F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09C2-0CAF-579A-05FC-2081FF2BA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7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1D8E-1383-F2DB-4EE8-773230A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BCE3F-D425-3FDD-5861-9409CF715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568D-9CFA-EBD1-BE32-2BD5C1642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F6B2-57F0-6449-5067-64EEF1940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4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6892-2A76-8537-0106-2F975C6E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DBCA-A17A-FCC7-8507-24C91181F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BD402-2B4A-8125-4940-BE948C42A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2A79A-5791-6F7F-DE59-C74392881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00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A12A-57E2-218F-FA92-A3C755E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3B15A-F11A-0EEA-5A9F-CDD50EA5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A513A-1C89-EEC9-A493-00423AC6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2BB8-27A9-33A3-2950-E16C2174D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03" y="868054"/>
            <a:ext cx="10755297" cy="5139345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834C-2F9F-4134-A8A6-8D28F07BEAB5}" type="datetime1">
              <a:rPr lang="en-US" smtClean="0"/>
              <a:t>9/19/2025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48-3E80-40FE-82B7-08F610C8B0AF}" type="datetime1">
              <a:rPr lang="en-US" smtClean="0"/>
              <a:t>9/19/2025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7280F5-7666-28EA-35DD-86411B89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CFD0E2-6DB6-48B0-A00E-AF2C677C1319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C5E615-12C4-4709-B50C-4AFC9D577141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04" y="898733"/>
            <a:ext cx="53990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504" y="1800520"/>
            <a:ext cx="5399072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727" y="898733"/>
            <a:ext cx="542566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727" y="1800520"/>
            <a:ext cx="5425661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516FE9-DAFF-4019-B1DF-FCD5398715BB}" type="datetime1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7E462-421E-68A0-EA15-ACBC76D2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DEACDC-4FA8-4934-9E2F-B8BAA099B586}" type="datetime1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4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E9538-4AA9-4306-AAAC-5D9AE10FAA03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62E-171E-47EC-8BDD-63B9658BD71F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72" y="932485"/>
            <a:ext cx="10717627" cy="5110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DDE8F-1896-42B2-B75E-118659C1A926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11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16857A67-82BF-0CC1-2736-42AF2618A6C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93" y="6270021"/>
            <a:ext cx="1564607" cy="43369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E79D129-442B-01DD-C2C5-E6EF3B967137}"/>
              </a:ext>
            </a:extLst>
          </p:cNvPr>
          <p:cNvSpPr txBox="1">
            <a:spLocks/>
          </p:cNvSpPr>
          <p:nvPr userDrawn="1"/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D846F1-3040-CF69-75AE-EA6E3AE7A307}"/>
              </a:ext>
            </a:extLst>
          </p:cNvPr>
          <p:cNvSpPr txBox="1">
            <a:spLocks/>
          </p:cNvSpPr>
          <p:nvPr userDrawn="1"/>
        </p:nvSpPr>
        <p:spPr>
          <a:xfrm>
            <a:off x="750903" y="3463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1" r:id="rId4"/>
    <p:sldLayoutId id="2147483663" r:id="rId5"/>
    <p:sldLayoutId id="2147483665" r:id="rId6"/>
    <p:sldLayoutId id="2147483667" r:id="rId7"/>
    <p:sldLayoutId id="2147483668" r:id="rId8"/>
    <p:sldLayoutId id="2147483669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lant">
            <a:extLst>
              <a:ext uri="{FF2B5EF4-FFF2-40B4-BE49-F238E27FC236}">
                <a16:creationId xmlns:a16="http://schemas.microsoft.com/office/drawing/2014/main" id="{C9BB5349-530B-507F-95E8-CB0925B28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0" b="10035"/>
          <a:stretch>
            <a:fillRect/>
          </a:stretch>
        </p:blipFill>
        <p:spPr>
          <a:xfrm>
            <a:off x="-1" y="1114424"/>
            <a:ext cx="12192001" cy="5055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2D8BCD-86CA-7D6C-C1E4-D5F9AA3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76603" cy="1114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GreenCircle Certified Database Project</a:t>
            </a:r>
          </a:p>
        </p:txBody>
      </p:sp>
      <p:pic>
        <p:nvPicPr>
          <p:cNvPr id="1030" name="Picture 6" descr="Green Circle Certified">
            <a:extLst>
              <a:ext uri="{FF2B5EF4-FFF2-40B4-BE49-F238E27FC236}">
                <a16:creationId xmlns:a16="http://schemas.microsoft.com/office/drawing/2014/main" id="{ACDED094-9C2C-2C27-915F-2E49AB79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731" y="217346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500507-CB45-8600-884F-3826F095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E86E-37E5-4543-A6EB-A0C93BD06DFB}" type="datetime1">
              <a:rPr lang="en-US" smtClean="0"/>
              <a:t>9/19/2025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A481C8B-53E8-D429-7340-0A13268C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2265E-E3BD-C8E7-5B8E-FAF4E3557BF7}"/>
              </a:ext>
            </a:extLst>
          </p:cNvPr>
          <p:cNvSpPr/>
          <p:nvPr/>
        </p:nvSpPr>
        <p:spPr>
          <a:xfrm>
            <a:off x="-836446" y="1887782"/>
            <a:ext cx="866178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Status and Timeline Updates</a:t>
            </a:r>
            <a:endParaRPr lang="en-US" sz="5400" b="1" cap="none" spc="0" dirty="0">
              <a:ln w="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0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5FD6-4D70-7CD0-45BA-91C1D4C4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45-FE5E-E5CF-6A39-94D74F0C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Project Timeline Updates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DE2AE-240C-7653-4884-72C26BEC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9/19/2025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26AEB-D6E3-A182-02FF-41BD7474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857F-9653-E211-EA12-1A6DCFFFD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082195"/>
              </p:ext>
            </p:extLst>
          </p:nvPr>
        </p:nvGraphicFramePr>
        <p:xfrm>
          <a:off x="474604" y="637308"/>
          <a:ext cx="11242488" cy="391232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22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86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Tasks</a:t>
                      </a:r>
                    </a:p>
                  </a:txBody>
                  <a:tcPr marL="101672" marR="101672" marT="50836" marB="50836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Timeline</a:t>
                      </a: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54F91-E40B-CF1B-875A-F148E80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43344"/>
              </p:ext>
            </p:extLst>
          </p:nvPr>
        </p:nvGraphicFramePr>
        <p:xfrm>
          <a:off x="474604" y="1021313"/>
          <a:ext cx="11242490" cy="4252553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23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59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59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30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3036">
                  <a:extLst>
                    <a:ext uri="{9D8B030D-6E8A-4147-A177-3AD203B41FA5}">
                      <a16:colId xmlns:a16="http://schemas.microsoft.com/office/drawing/2014/main" val="2312236065"/>
                    </a:ext>
                  </a:extLst>
                </a:gridCol>
              </a:tblGrid>
              <a:tr h="2675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Start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10/20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00953"/>
                  </a:ext>
                </a:extLst>
              </a:tr>
              <a:tr h="2699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End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Requirements &amp; Wireframes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Design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Architecture / Environment Setup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Database Expansion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API Development &amp; Backend 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0935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Acceptance Testing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Deployment &amp; Configuration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BD4B1877-839B-0518-87F7-D7A0D40F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00117" y="2505194"/>
            <a:ext cx="1042062" cy="164592"/>
            <a:chOff x="2157548" y="2233748"/>
            <a:chExt cx="3709852" cy="204652"/>
          </a:xfrm>
        </p:grpSpPr>
        <p:sp>
          <p:nvSpPr>
            <p:cNvPr id="11" name="Rounded Rectangle 42">
              <a:extLst>
                <a:ext uri="{FF2B5EF4-FFF2-40B4-BE49-F238E27FC236}">
                  <a16:creationId xmlns:a16="http://schemas.microsoft.com/office/drawing/2014/main" id="{6E0C988A-C0FB-983F-8726-EE1717789288}"/>
                </a:ext>
              </a:extLst>
            </p:cNvPr>
            <p:cNvSpPr/>
            <p:nvPr/>
          </p:nvSpPr>
          <p:spPr>
            <a:xfrm>
              <a:off x="2157548" y="2233748"/>
              <a:ext cx="3709852" cy="20465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ounded Rectangle 43">
              <a:extLst>
                <a:ext uri="{FF2B5EF4-FFF2-40B4-BE49-F238E27FC236}">
                  <a16:creationId xmlns:a16="http://schemas.microsoft.com/office/drawing/2014/main" id="{9EFB64B8-9E4D-3227-5822-D7D3DCD2AD81}"/>
                </a:ext>
              </a:extLst>
            </p:cNvPr>
            <p:cNvSpPr/>
            <p:nvPr/>
          </p:nvSpPr>
          <p:spPr>
            <a:xfrm>
              <a:off x="2207622" y="2259874"/>
              <a:ext cx="3630168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8F2973AD-16FC-C789-B8D0-8D352D9C8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70423" y="3294359"/>
            <a:ext cx="2580671" cy="219065"/>
            <a:chOff x="1371600" y="1905000"/>
            <a:chExt cx="1828800" cy="228600"/>
          </a:xfrm>
        </p:grpSpPr>
        <p:sp>
          <p:nvSpPr>
            <p:cNvPr id="14" name="Rounded Rectangle 54">
              <a:extLst>
                <a:ext uri="{FF2B5EF4-FFF2-40B4-BE49-F238E27FC236}">
                  <a16:creationId xmlns:a16="http://schemas.microsoft.com/office/drawing/2014/main" id="{26D34367-3DA8-59BF-EE95-8F53482C11DD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ounded Rectangle 55">
              <a:extLst>
                <a:ext uri="{FF2B5EF4-FFF2-40B4-BE49-F238E27FC236}">
                  <a16:creationId xmlns:a16="http://schemas.microsoft.com/office/drawing/2014/main" id="{1487C89C-B9EB-ED1A-BD51-0DD654909223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B36C4D27-9E53-24F3-48F1-8D2C6182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84201" y="4954625"/>
            <a:ext cx="710058" cy="164592"/>
            <a:chOff x="1371600" y="1905000"/>
            <a:chExt cx="1828800" cy="228600"/>
          </a:xfrm>
        </p:grpSpPr>
        <p:sp>
          <p:nvSpPr>
            <p:cNvPr id="20" name="Rounded Rectangle 60">
              <a:extLst>
                <a:ext uri="{FF2B5EF4-FFF2-40B4-BE49-F238E27FC236}">
                  <a16:creationId xmlns:a16="http://schemas.microsoft.com/office/drawing/2014/main" id="{A2D2E656-0AEC-A3D3-237E-0098AECA2C68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ounded Rectangle 61">
              <a:extLst>
                <a:ext uri="{FF2B5EF4-FFF2-40B4-BE49-F238E27FC236}">
                  <a16:creationId xmlns:a16="http://schemas.microsoft.com/office/drawing/2014/main" id="{D5F5FEAC-6042-F927-12D9-0D73C7567DD6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8B93F6B8-DF26-309B-0558-0C45BE65E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38444" y="2973249"/>
            <a:ext cx="2201277" cy="172751"/>
            <a:chOff x="1359045" y="1905000"/>
            <a:chExt cx="1841355" cy="228600"/>
          </a:xfrm>
        </p:grpSpPr>
        <p:sp>
          <p:nvSpPr>
            <p:cNvPr id="27" name="Rounded Rectangle 54">
              <a:extLst>
                <a:ext uri="{FF2B5EF4-FFF2-40B4-BE49-F238E27FC236}">
                  <a16:creationId xmlns:a16="http://schemas.microsoft.com/office/drawing/2014/main" id="{3736BF5A-1C32-77AD-B524-64F0C14C50D3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Rounded Rectangle 55">
              <a:extLst>
                <a:ext uri="{FF2B5EF4-FFF2-40B4-BE49-F238E27FC236}">
                  <a16:creationId xmlns:a16="http://schemas.microsoft.com/office/drawing/2014/main" id="{48D40ABA-0271-8F4A-CF83-F3AA4AB64BEE}"/>
                </a:ext>
              </a:extLst>
            </p:cNvPr>
            <p:cNvSpPr/>
            <p:nvPr/>
          </p:nvSpPr>
          <p:spPr>
            <a:xfrm>
              <a:off x="1359045" y="1931126"/>
              <a:ext cx="1737361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631216-13DA-5093-E5D1-0CD509AE038C}"/>
              </a:ext>
            </a:extLst>
          </p:cNvPr>
          <p:cNvGrpSpPr/>
          <p:nvPr/>
        </p:nvGrpSpPr>
        <p:grpSpPr>
          <a:xfrm>
            <a:off x="10599616" y="4525678"/>
            <a:ext cx="1028803" cy="274299"/>
            <a:chOff x="10304661" y="4557434"/>
            <a:chExt cx="988648" cy="274299"/>
          </a:xfrm>
        </p:grpSpPr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5183D198-74E1-FB24-F1A8-D7D9800D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24" name="Rounded Rectangle 60">
                <a:extLst>
                  <a:ext uri="{FF2B5EF4-FFF2-40B4-BE49-F238E27FC236}">
                    <a16:creationId xmlns:a16="http://schemas.microsoft.com/office/drawing/2014/main" id="{E07D2CF2-7EE2-95E4-CB8A-670126C0403C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61">
                <a:extLst>
                  <a:ext uri="{FF2B5EF4-FFF2-40B4-BE49-F238E27FC236}">
                    <a16:creationId xmlns:a16="http://schemas.microsoft.com/office/drawing/2014/main" id="{EEECB5E2-96BF-87B8-23CE-528EE6F62D75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" name="Flowchart: Decision 36">
              <a:extLst>
                <a:ext uri="{FF2B5EF4-FFF2-40B4-BE49-F238E27FC236}">
                  <a16:creationId xmlns:a16="http://schemas.microsoft.com/office/drawing/2014/main" id="{A022F740-49F7-76F1-148C-3E0DD8805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7" name="Rounded Rectangle 57">
            <a:extLst>
              <a:ext uri="{FF2B5EF4-FFF2-40B4-BE49-F238E27FC236}">
                <a16:creationId xmlns:a16="http://schemas.microsoft.com/office/drawing/2014/main" id="{14CA68B9-88CC-D2B6-812C-49496C773F59}"/>
              </a:ext>
            </a:extLst>
          </p:cNvPr>
          <p:cNvSpPr/>
          <p:nvPr/>
        </p:nvSpPr>
        <p:spPr>
          <a:xfrm>
            <a:off x="8987198" y="4148489"/>
            <a:ext cx="1978134" cy="164592"/>
          </a:xfrm>
          <a:prstGeom prst="roundRect">
            <a:avLst>
              <a:gd name="adj" fmla="val 4871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Flowchart: Decision 36">
            <a:extLst>
              <a:ext uri="{FF2B5EF4-FFF2-40B4-BE49-F238E27FC236}">
                <a16:creationId xmlns:a16="http://schemas.microsoft.com/office/drawing/2014/main" id="{4D09D823-131B-45C0-3CFD-5E1A1D6E3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46323" y="4086498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6FFEB4-FD6D-899B-DD29-36DE75905B23}"/>
              </a:ext>
            </a:extLst>
          </p:cNvPr>
          <p:cNvSpPr txBox="1"/>
          <p:nvPr/>
        </p:nvSpPr>
        <p:spPr>
          <a:xfrm>
            <a:off x="474604" y="5365745"/>
            <a:ext cx="541373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Milestones: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7/11 – Wireframes &amp; Requirement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9/12 – Development Complete, Unit and Integration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10/10 –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10/17 – Go live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B9B165-2009-F0A9-12DA-3AB32AEFC198}"/>
              </a:ext>
            </a:extLst>
          </p:cNvPr>
          <p:cNvGrpSpPr/>
          <p:nvPr/>
        </p:nvGrpSpPr>
        <p:grpSpPr>
          <a:xfrm>
            <a:off x="4174671" y="3722474"/>
            <a:ext cx="2206006" cy="274299"/>
            <a:chOff x="7276264" y="3589902"/>
            <a:chExt cx="2636315" cy="274299"/>
          </a:xfrm>
        </p:grpSpPr>
        <p:grpSp>
          <p:nvGrpSpPr>
            <p:cNvPr id="31" name="Group 27">
              <a:extLst>
                <a:ext uri="{FF2B5EF4-FFF2-40B4-BE49-F238E27FC236}">
                  <a16:creationId xmlns:a16="http://schemas.microsoft.com/office/drawing/2014/main" id="{F4A7378C-235C-0365-3B5F-0AB9C38A5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76264" y="3644756"/>
              <a:ext cx="2515822" cy="164592"/>
              <a:chOff x="1371597" y="1905000"/>
              <a:chExt cx="1828800" cy="228600"/>
            </a:xfrm>
          </p:grpSpPr>
          <p:sp>
            <p:nvSpPr>
              <p:cNvPr id="32" name="Rounded Rectangle 54">
                <a:extLst>
                  <a:ext uri="{FF2B5EF4-FFF2-40B4-BE49-F238E27FC236}">
                    <a16:creationId xmlns:a16="http://schemas.microsoft.com/office/drawing/2014/main" id="{3782AB8C-E741-D739-4718-15FB1759317A}"/>
                  </a:ext>
                </a:extLst>
              </p:cNvPr>
              <p:cNvSpPr/>
              <p:nvPr/>
            </p:nvSpPr>
            <p:spPr>
              <a:xfrm>
                <a:off x="1371597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Rounded Rectangle 55">
                <a:extLst>
                  <a:ext uri="{FF2B5EF4-FFF2-40B4-BE49-F238E27FC236}">
                    <a16:creationId xmlns:a16="http://schemas.microsoft.com/office/drawing/2014/main" id="{6ED5BBC1-80FB-723C-33B6-E5A1036EEA18}"/>
                  </a:ext>
                </a:extLst>
              </p:cNvPr>
              <p:cNvSpPr/>
              <p:nvPr/>
            </p:nvSpPr>
            <p:spPr>
              <a:xfrm>
                <a:off x="1421674" y="1931125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" name="Flowchart: Decision 36">
              <a:extLst>
                <a:ext uri="{FF2B5EF4-FFF2-40B4-BE49-F238E27FC236}">
                  <a16:creationId xmlns:a16="http://schemas.microsoft.com/office/drawing/2014/main" id="{6E3EA9A9-B0EC-F07C-1FD7-0C4E742E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553" y="3589902"/>
              <a:ext cx="311026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29DCA-28D3-DCD0-A069-1624A39FB7F8}"/>
              </a:ext>
            </a:extLst>
          </p:cNvPr>
          <p:cNvCxnSpPr>
            <a:cxnSpLocks/>
          </p:cNvCxnSpPr>
          <p:nvPr/>
        </p:nvCxnSpPr>
        <p:spPr>
          <a:xfrm>
            <a:off x="8895340" y="985496"/>
            <a:ext cx="11834" cy="42453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8A5413-10E2-D9E1-6151-7BA66CD6AD07}"/>
              </a:ext>
            </a:extLst>
          </p:cNvPr>
          <p:cNvSpPr txBox="1"/>
          <p:nvPr/>
        </p:nvSpPr>
        <p:spPr>
          <a:xfrm>
            <a:off x="5978462" y="5365222"/>
            <a:ext cx="5649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Coordination: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9/17 – 10/10 : Business Acceptance Testing, Defect Resolution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9/29 – 10/10 : API Testing with Amazon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9/22 – 10/3 : Deployment Activities, Data Migration</a:t>
            </a:r>
          </a:p>
          <a:p>
            <a:endParaRPr lang="en-US" sz="1200" dirty="0">
              <a:latin typeface="Century Gothic" panose="020B050202020202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FF1D650-AC56-3262-CEEC-2089B3160614}"/>
              </a:ext>
            </a:extLst>
          </p:cNvPr>
          <p:cNvGrpSpPr/>
          <p:nvPr/>
        </p:nvGrpSpPr>
        <p:grpSpPr>
          <a:xfrm>
            <a:off x="3275169" y="2051536"/>
            <a:ext cx="1695265" cy="274299"/>
            <a:chOff x="10253237" y="4557434"/>
            <a:chExt cx="1629095" cy="274299"/>
          </a:xfrm>
        </p:grpSpPr>
        <p:sp>
          <p:nvSpPr>
            <p:cNvPr id="84" name="Rounded Rectangle 60">
              <a:extLst>
                <a:ext uri="{FF2B5EF4-FFF2-40B4-BE49-F238E27FC236}">
                  <a16:creationId xmlns:a16="http://schemas.microsoft.com/office/drawing/2014/main" id="{15DF55CD-017F-4648-F47B-0955A2DF1B8A}"/>
                </a:ext>
              </a:extLst>
            </p:cNvPr>
            <p:cNvSpPr/>
            <p:nvPr/>
          </p:nvSpPr>
          <p:spPr>
            <a:xfrm>
              <a:off x="10253237" y="4612947"/>
              <a:ext cx="1522080" cy="16459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3" name="Flowchart: Decision 36">
              <a:extLst>
                <a:ext uri="{FF2B5EF4-FFF2-40B4-BE49-F238E27FC236}">
                  <a16:creationId xmlns:a16="http://schemas.microsoft.com/office/drawing/2014/main" id="{EF502890-A4AE-37D3-28B4-75BE078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22433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9856B4A4-E003-CCD4-9E58-349FB9EFF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43978" y="1693156"/>
            <a:ext cx="263936" cy="173698"/>
            <a:chOff x="1371600" y="1905000"/>
            <a:chExt cx="2667000" cy="228600"/>
          </a:xfrm>
        </p:grpSpPr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8B702A34-06DF-356B-53DE-D0142ECB4A31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Rounded Rectangle 40">
              <a:extLst>
                <a:ext uri="{FF2B5EF4-FFF2-40B4-BE49-F238E27FC236}">
                  <a16:creationId xmlns:a16="http://schemas.microsoft.com/office/drawing/2014/main" id="{900FDDD8-94F5-D7F7-3E7E-D4E01224594D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Flowchart: Decision 36">
            <a:extLst>
              <a:ext uri="{FF2B5EF4-FFF2-40B4-BE49-F238E27FC236}">
                <a16:creationId xmlns:a16="http://schemas.microsoft.com/office/drawing/2014/main" id="{A89F0AC9-7D1A-3854-7B70-0CE168446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4611" y="1643369"/>
            <a:ext cx="259899" cy="249363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Flowchart: Decision 36">
            <a:extLst>
              <a:ext uri="{FF2B5EF4-FFF2-40B4-BE49-F238E27FC236}">
                <a16:creationId xmlns:a16="http://schemas.microsoft.com/office/drawing/2014/main" id="{E101A765-0BAE-FC6B-CA69-D40922FAD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18462" y="3272057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60B1-7BA3-0F53-858D-750A9500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038B64-1840-D33F-972F-1BFE69BBB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8412-D197-E55F-18D7-DC3F108E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4CA2C-CB5B-AB57-F58D-7976C76A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8A627C-EE97-2FA4-1C9D-C1C2DFA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API Documentation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95A7E-68F6-C62B-6F85-4722A8D6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62" y="50694"/>
            <a:ext cx="9496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0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939C-9273-ED2D-C649-53DB26C1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0E77A5-2870-19FA-F63C-BEC9F97F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/>
              <a:t>API – Phase 2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A211D-CF62-777D-3B21-DE984675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056A89-B657-4E56-81EA-47AEC42B3D30}" type="datetime1">
              <a:rPr lang="en-US" smtClean="0"/>
              <a:pPr>
                <a:spcAft>
                  <a:spcPts val="600"/>
                </a:spcAft>
              </a:pPr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80C92-8285-0DBB-D6E6-D6232840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20" name="Content Placeholder 1">
            <a:extLst>
              <a:ext uri="{FF2B5EF4-FFF2-40B4-BE49-F238E27FC236}">
                <a16:creationId xmlns:a16="http://schemas.microsoft.com/office/drawing/2014/main" id="{30B232BA-7F50-D5FB-E0CF-A3CE26C5A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06600"/>
              </p:ext>
            </p:extLst>
          </p:nvPr>
        </p:nvGraphicFramePr>
        <p:xfrm>
          <a:off x="598503" y="868054"/>
          <a:ext cx="10755297" cy="5139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486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5FBE-BA30-9FDE-6BB7-BF53B512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46781C-6A7D-620C-C478-C031149E8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What test data is needed for UAT Testing?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ED3AC-CAF5-E967-1920-C29E3B3E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7B110-113C-38EC-FA37-E29A2C9C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176497-E247-4287-A0E8-F9AD46A3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Data?</a:t>
            </a:r>
          </a:p>
        </p:txBody>
      </p:sp>
    </p:spTree>
    <p:extLst>
      <p:ext uri="{BB962C8B-B14F-4D97-AF65-F5344CB8AC3E}">
        <p14:creationId xmlns:p14="http://schemas.microsoft.com/office/powerpoint/2010/main" val="2465861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E2AB-C96E-3EC6-E7CA-67600164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7A056-1698-554F-ED91-A17ECF422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What test data is needed for UAT Testing?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1105B-1223-D44E-A487-313A237B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5929B-68F5-EFE7-7759-31AA0963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A3CB83-A38D-5025-70D1-4CE576EE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Readiness Checklist?</a:t>
            </a:r>
          </a:p>
        </p:txBody>
      </p:sp>
    </p:spTree>
    <p:extLst>
      <p:ext uri="{BB962C8B-B14F-4D97-AF65-F5344CB8AC3E}">
        <p14:creationId xmlns:p14="http://schemas.microsoft.com/office/powerpoint/2010/main" val="228933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12A4-D202-D687-A634-8572CB2B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05EF38-4A9B-86E0-8A80-2EF79F927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70000" lnSpcReduction="20000"/>
          </a:bodyPr>
          <a:lstStyle/>
          <a:p>
            <a:r>
              <a:rPr lang="en-US" sz="1600" dirty="0"/>
              <a:t>0_Documentation/docs/SQL-Server-Setup-and-2FA-Analysis.md</a:t>
            </a:r>
          </a:p>
          <a:p>
            <a:r>
              <a:rPr lang="en-US" sz="1600" dirty="0"/>
              <a:t> 2FA Analysis Results</a:t>
            </a:r>
          </a:p>
          <a:p>
            <a:endParaRPr lang="en-US" sz="1600" dirty="0"/>
          </a:p>
          <a:p>
            <a:r>
              <a:rPr lang="en-US" sz="1600" dirty="0"/>
              <a:t>  Current Status: The 2FA service is well-implemented but needs integration completion.</a:t>
            </a:r>
          </a:p>
          <a:p>
            <a:endParaRPr lang="en-US" sz="1600" dirty="0"/>
          </a:p>
          <a:p>
            <a:r>
              <a:rPr lang="en-US" sz="1600" dirty="0"/>
              <a:t>  What's Working:</a:t>
            </a:r>
          </a:p>
          <a:p>
            <a:r>
              <a:rPr lang="en-US" sz="1600" dirty="0"/>
              <a:t>  - ✅ Secure 6-digit code generation</a:t>
            </a:r>
          </a:p>
          <a:p>
            <a:r>
              <a:rPr lang="en-US" sz="1600" dirty="0"/>
              <a:t>  - ✅ 5-minute expiration</a:t>
            </a:r>
          </a:p>
          <a:p>
            <a:r>
              <a:rPr lang="en-US" sz="1600" dirty="0"/>
              <a:t>  - ✅ Email delivery with HTML templates</a:t>
            </a:r>
          </a:p>
          <a:p>
            <a:r>
              <a:rPr lang="en-US" sz="1600" dirty="0"/>
              <a:t>  - ✅ Rate limiting (3 attempts)</a:t>
            </a:r>
          </a:p>
          <a:p>
            <a:r>
              <a:rPr lang="en-US" sz="1600" dirty="0"/>
              <a:t>  - ✅ Resend functionality</a:t>
            </a:r>
          </a:p>
          <a:p>
            <a:endParaRPr lang="en-US" sz="1600" dirty="0"/>
          </a:p>
          <a:p>
            <a:r>
              <a:rPr lang="en-US" sz="1600" dirty="0"/>
              <a:t>  Critical Gaps:</a:t>
            </a:r>
          </a:p>
          <a:p>
            <a:r>
              <a:rPr lang="en-US" sz="1600" dirty="0"/>
              <a:t>  - ❌ Not enforced in login flow</a:t>
            </a:r>
          </a:p>
          <a:p>
            <a:r>
              <a:rPr lang="en-US" sz="1600" dirty="0"/>
              <a:t>  - ❌ No recovery codes</a:t>
            </a:r>
          </a:p>
          <a:p>
            <a:r>
              <a:rPr lang="en-US" sz="1600" dirty="0"/>
              <a:t>  - ❌ Missing database audit trail</a:t>
            </a:r>
          </a:p>
          <a:p>
            <a:r>
              <a:rPr lang="en-US" sz="1600" dirty="0"/>
              <a:t>  - ❌ No SMS option</a:t>
            </a:r>
          </a:p>
          <a:p>
            <a:endParaRPr lang="en-US" sz="1600" dirty="0"/>
          </a:p>
          <a:p>
            <a:r>
              <a:rPr lang="en-US" sz="1600" dirty="0"/>
              <a:t>  Next Steps:</a:t>
            </a:r>
          </a:p>
          <a:p>
            <a:r>
              <a:rPr lang="en-US" sz="1600" dirty="0"/>
              <a:t>  1. Week 1: Complete login integration and add 2FA setup page</a:t>
            </a:r>
          </a:p>
          <a:p>
            <a:r>
              <a:rPr lang="en-US" sz="1600" dirty="0"/>
              <a:t>  2. Week 2: Implement recovery codes and audit logging</a:t>
            </a:r>
          </a:p>
          <a:p>
            <a:r>
              <a:rPr lang="en-US" sz="1600" dirty="0"/>
              <a:t>  3. Week 3: Add SMS and authenticator app support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8FEA-A64D-2E0F-558B-97132D72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03AFD-7C57-3785-A34B-EDE68FD1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8299C7-F4AF-1F3C-3B4E-BE0B2EF6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Development Progress: </a:t>
            </a:r>
          </a:p>
        </p:txBody>
      </p:sp>
    </p:spTree>
    <p:extLst>
      <p:ext uri="{BB962C8B-B14F-4D97-AF65-F5344CB8AC3E}">
        <p14:creationId xmlns:p14="http://schemas.microsoft.com/office/powerpoint/2010/main" val="113381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C10F-A29D-EE1C-1ACC-0385C8B5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A92F9-D2F8-A366-05BB-7EECF9C2B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E80E1-A962-6114-6357-33D2225A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142E4-2993-EA1F-02ED-03CBC9EE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EAE6FD-1D60-3546-DAEE-B29AC98A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Case Coverage</a:t>
            </a:r>
          </a:p>
        </p:txBody>
      </p:sp>
    </p:spTree>
    <p:extLst>
      <p:ext uri="{BB962C8B-B14F-4D97-AF65-F5344CB8AC3E}">
        <p14:creationId xmlns:p14="http://schemas.microsoft.com/office/powerpoint/2010/main" val="333827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A75F-6FC0-EC38-4CBA-889DF1DD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7959B-58C7-DA7E-2C41-2813A93F1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Business Acceptance Criteria</a:t>
            </a:r>
          </a:p>
          <a:p>
            <a:r>
              <a:rPr lang="en-US" sz="1600" dirty="0"/>
              <a:t>System Acceptance Criteria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C06D3-B610-FC5D-0095-2D8347EB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74B32-3F58-6CED-1FC5-C23D035C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02FF8F-B78A-044A-CC93-CE7661B8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Requirements, User Stories, User Journeys, Epics Metrics</a:t>
            </a:r>
          </a:p>
        </p:txBody>
      </p:sp>
    </p:spTree>
    <p:extLst>
      <p:ext uri="{BB962C8B-B14F-4D97-AF65-F5344CB8AC3E}">
        <p14:creationId xmlns:p14="http://schemas.microsoft.com/office/powerpoint/2010/main" val="396953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0788-32EF-9A6E-42CF-F3913864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51E5E-19B3-D903-45DE-08F4358CC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400" dirty="0"/>
              <a:t>Unit Testing</a:t>
            </a:r>
          </a:p>
          <a:p>
            <a:r>
              <a:rPr lang="en-US" sz="1400" dirty="0"/>
              <a:t>Integration Testing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Provide overview of additional Automated Test Suites</a:t>
            </a:r>
          </a:p>
          <a:p>
            <a:r>
              <a:rPr lang="en-US" sz="1400" dirty="0"/>
              <a:t>Provide export of test cases that can be used for UAT testing. </a:t>
            </a:r>
          </a:p>
          <a:p>
            <a:pPr lvl="1"/>
            <a:r>
              <a:rPr lang="en-US" sz="1400" dirty="0"/>
              <a:t>Provide the traceability to requirements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79300-A920-3792-0C7C-79403FC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CFE45-E3CD-1E31-0748-3314A0ED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AA8A42-DB58-03F9-399F-D63D209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Execution Results</a:t>
            </a:r>
          </a:p>
        </p:txBody>
      </p:sp>
    </p:spTree>
    <p:extLst>
      <p:ext uri="{BB962C8B-B14F-4D97-AF65-F5344CB8AC3E}">
        <p14:creationId xmlns:p14="http://schemas.microsoft.com/office/powerpoint/2010/main" val="221101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473D-1FA2-5D83-0E85-6E3DF05B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8609D-0FDD-5901-7B4C-41EBFD048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Development of the system is progressing well. </a:t>
            </a:r>
          </a:p>
          <a:p>
            <a:pPr lvl="1"/>
            <a:r>
              <a:rPr lang="en-US" sz="1200" dirty="0"/>
              <a:t>85% done with the development</a:t>
            </a:r>
          </a:p>
          <a:p>
            <a:endParaRPr lang="en-US" sz="1600" dirty="0"/>
          </a:p>
          <a:p>
            <a:r>
              <a:rPr lang="en-US" sz="1600" dirty="0"/>
              <a:t>Continuing to work on the Deployment and Data Migration Plan.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B195-76B5-8C38-B573-93B2C82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F3A2-EEDF-463A-2E11-2C8F9D7A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67FDF0-E64B-62CF-3815-3B6142F8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</a:t>
            </a:r>
          </a:p>
        </p:txBody>
      </p:sp>
    </p:spTree>
    <p:extLst>
      <p:ext uri="{BB962C8B-B14F-4D97-AF65-F5344CB8AC3E}">
        <p14:creationId xmlns:p14="http://schemas.microsoft.com/office/powerpoint/2010/main" val="399656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98B1-5BB5-5F1F-E11F-7272FDA9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6CF711-0026-BFCF-0DF0-5391626D3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Configure production environment</a:t>
            </a:r>
          </a:p>
          <a:p>
            <a:r>
              <a:rPr lang="en-US" sz="1600" dirty="0"/>
              <a:t>SSL certs + domain setup</a:t>
            </a:r>
          </a:p>
          <a:p>
            <a:r>
              <a:rPr lang="en-US" sz="1600" dirty="0"/>
              <a:t>Load balancer + scaling configuration</a:t>
            </a:r>
          </a:p>
          <a:p>
            <a:r>
              <a:rPr lang="en-US" sz="1600" dirty="0"/>
              <a:t>Final UAT &amp; bug fixes</a:t>
            </a:r>
          </a:p>
          <a:p>
            <a:r>
              <a:rPr lang="en-US" sz="1600" dirty="0"/>
              <a:t>Performance testing under load</a:t>
            </a:r>
          </a:p>
          <a:p>
            <a:r>
              <a:rPr lang="en-US" sz="1600" dirty="0"/>
              <a:t>Final documentation + training deliverables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71424-EC9E-7A21-9B23-970252BE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8EBE5-4507-49D1-B3C0-2F6F2C5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6384C2-46C3-2DAA-E672-F688F38E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Next Steps</a:t>
            </a:r>
          </a:p>
        </p:txBody>
      </p:sp>
    </p:spTree>
    <p:extLst>
      <p:ext uri="{BB962C8B-B14F-4D97-AF65-F5344CB8AC3E}">
        <p14:creationId xmlns:p14="http://schemas.microsoft.com/office/powerpoint/2010/main" val="498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5E61-F043-B555-12A9-4FD1B3B5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4BE89-0C8D-B66D-3567-D4D203213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Tracking Defects</a:t>
            </a:r>
          </a:p>
          <a:p>
            <a:r>
              <a:rPr lang="en-US" sz="1600" dirty="0"/>
              <a:t>Identifying missing requirements or use cases</a:t>
            </a:r>
          </a:p>
          <a:p>
            <a:r>
              <a:rPr lang="en-US" sz="1600" dirty="0"/>
              <a:t>Documenting Process flows, User Journeys</a:t>
            </a:r>
          </a:p>
          <a:p>
            <a:r>
              <a:rPr lang="en-US" sz="1600" dirty="0"/>
              <a:t>Documenting Technical Architecture and Design Document.</a:t>
            </a:r>
          </a:p>
          <a:p>
            <a:r>
              <a:rPr lang="en-US" sz="1600" dirty="0"/>
              <a:t>API Specifications and </a:t>
            </a:r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7C82-D03F-F624-781C-218C1858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FD81B-106E-6C90-AC2D-FD386622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26125E-97D5-C407-D9B2-70693064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Open Items</a:t>
            </a:r>
          </a:p>
        </p:txBody>
      </p:sp>
    </p:spTree>
    <p:extLst>
      <p:ext uri="{BB962C8B-B14F-4D97-AF65-F5344CB8AC3E}">
        <p14:creationId xmlns:p14="http://schemas.microsoft.com/office/powerpoint/2010/main" val="361144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94313-19C3-7CAB-4AAF-F80F30DF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C6B74-1C65-FFA8-999F-F4BFEB75A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sz="1600" dirty="0"/>
              <a:t>Architecture </a:t>
            </a:r>
          </a:p>
          <a:p>
            <a:r>
              <a:rPr lang="en-US" sz="1600" dirty="0"/>
              <a:t>SAD</a:t>
            </a:r>
          </a:p>
          <a:p>
            <a:r>
              <a:rPr lang="en-US" sz="1600" dirty="0"/>
              <a:t>User Flows</a:t>
            </a:r>
          </a:p>
          <a:p>
            <a:r>
              <a:rPr lang="en-US" sz="1600" dirty="0"/>
              <a:t>API Data Flow</a:t>
            </a:r>
          </a:p>
          <a:p>
            <a:r>
              <a:rPr lang="en-US" sz="1600" dirty="0"/>
              <a:t>ERD Core Entities</a:t>
            </a:r>
          </a:p>
          <a:p>
            <a:r>
              <a:rPr lang="en-US" sz="1600" dirty="0"/>
              <a:t>Security Flow</a:t>
            </a:r>
          </a:p>
          <a:p>
            <a:r>
              <a:rPr lang="en-US" sz="1600" dirty="0"/>
              <a:t>Integration Diagram</a:t>
            </a:r>
          </a:p>
          <a:p>
            <a:r>
              <a:rPr lang="en-US" sz="1600" dirty="0"/>
              <a:t>Database Schema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Comprehensive Test Scenarios Analysis.md</a:t>
            </a:r>
          </a:p>
          <a:p>
            <a:r>
              <a:rPr lang="en-US" sz="1600" dirty="0"/>
              <a:t>Test Execution Results Analysis</a:t>
            </a:r>
          </a:p>
          <a:p>
            <a:r>
              <a:rPr lang="en-US" sz="1200" dirty="0"/>
              <a:t>Deployment and Data Migration Plan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2FA Setup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Docker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Plesk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Hosting in Production? Will it be on our servers, the Plesk Server?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E5E9-411E-07C4-3110-22BA1AEC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B0D9B-FB52-C155-F1D3-7AA4222E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A8BF3A-6A4D-772F-8F44-A041873B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- Reports</a:t>
            </a:r>
          </a:p>
        </p:txBody>
      </p:sp>
    </p:spTree>
    <p:extLst>
      <p:ext uri="{BB962C8B-B14F-4D97-AF65-F5344CB8AC3E}">
        <p14:creationId xmlns:p14="http://schemas.microsoft.com/office/powerpoint/2010/main" val="373519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EFF-D8BC-D0B9-CCEF-00A858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ECCF6-883C-2AF3-FAE4-D56BAB37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7018" y="1379333"/>
            <a:ext cx="5050134" cy="1593353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/>
              <a:t>I had a family emergency that reduced my commitment to the project for a few weeks. </a:t>
            </a:r>
          </a:p>
          <a:p>
            <a:r>
              <a:rPr lang="en-US" sz="1600" dirty="0"/>
              <a:t>The increased scope from the initial proposal with the additional enhancements has impacted the original timeline. </a:t>
            </a:r>
          </a:p>
          <a:p>
            <a:r>
              <a:rPr lang="en-US" sz="1600" dirty="0"/>
              <a:t>The timeline reflects an accurate schedule to ensure quality and fits to the business needs of the system.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2AF-3CB9-3C70-1394-C750B1F5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18A8C-6CD1-B4ED-28F0-E10901E8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FE94F4-3387-670D-60B6-F46E141A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Scope Creep Analysis &amp; Timeline Impact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B856-82F8-A147-CAC7-988F74BA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5475"/>
              </p:ext>
            </p:extLst>
          </p:nvPr>
        </p:nvGraphicFramePr>
        <p:xfrm>
          <a:off x="952500" y="2176010"/>
          <a:ext cx="5297575" cy="32385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21168063"/>
                    </a:ext>
                  </a:extLst>
                </a:gridCol>
                <a:gridCol w="2668675">
                  <a:extLst>
                    <a:ext uri="{9D8B030D-6E8A-4147-A177-3AD203B41FA5}">
                      <a16:colId xmlns:a16="http://schemas.microsoft.com/office/drawing/2014/main" val="31333748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09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 Requirements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stories and requirements evolved during design.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551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Redesign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Expanded from basic UI to extensive front-end 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89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multi-ID types (ASIN, UPC, GTIN, EAN) and import features.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21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Included inline editing and dynamic field creation.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92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Dashboards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10+ metrics, tracking, and role-based views.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16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Stakeholder Feedback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rounds of design revisions required.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3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75F9B-BEE8-8AEC-7A79-29396E9B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3645"/>
              </p:ext>
            </p:extLst>
          </p:nvPr>
        </p:nvGraphicFramePr>
        <p:xfrm>
          <a:off x="952500" y="1324090"/>
          <a:ext cx="5294707" cy="571500"/>
        </p:xfrm>
        <a:graphic>
          <a:graphicData uri="http://schemas.openxmlformats.org/drawingml/2006/table">
            <a:tbl>
              <a:tblPr/>
              <a:tblGrid>
                <a:gridCol w="1554333">
                  <a:extLst>
                    <a:ext uri="{9D8B030D-6E8A-4147-A177-3AD203B41FA5}">
                      <a16:colId xmlns:a16="http://schemas.microsoft.com/office/drawing/2014/main" val="2729284690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941067081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1293092941"/>
                    </a:ext>
                  </a:extLst>
                </a:gridCol>
                <a:gridCol w="631708">
                  <a:extLst>
                    <a:ext uri="{9D8B030D-6E8A-4147-A177-3AD203B41FA5}">
                      <a16:colId xmlns:a16="http://schemas.microsoft.com/office/drawing/2014/main" val="15093409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Increase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693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14–18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34–40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+20–22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9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8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25350-4A05-E2A5-07B6-8813C277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"/>
          <a:stretch>
            <a:fillRect/>
          </a:stretch>
        </p:blipFill>
        <p:spPr>
          <a:xfrm>
            <a:off x="311695" y="1105133"/>
            <a:ext cx="11787963" cy="4890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BB939-F120-A1CA-2A1D-92C29E99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3" t="7576" b="78093"/>
          <a:stretch/>
        </p:blipFill>
        <p:spPr>
          <a:xfrm>
            <a:off x="9516492" y="121371"/>
            <a:ext cx="2583166" cy="94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61E5B-27FF-33A6-80EC-FC07413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GreenCircle Certified Database Site Map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9F5C0-52DA-DF94-2FBE-5D1E855C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9/19/2025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D69F-4E32-59D8-62AB-5F97C38E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E4D06-E6D9-C763-0B86-D938D124541E}"/>
              </a:ext>
            </a:extLst>
          </p:cNvPr>
          <p:cNvSpPr txBox="1"/>
          <p:nvPr/>
        </p:nvSpPr>
        <p:spPr>
          <a:xfrm>
            <a:off x="302439" y="5603816"/>
            <a:ext cx="4848448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Assumptions: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Certificate List 1.0 is a different page than Certificates 3.0.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Admin will have the ability to Add, Edit or Delete a Certificate, Company, Products,  Users, Certificate Type, Product Types and Tags.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6F484-B1DD-E163-3259-5895CE3F6EAE}"/>
              </a:ext>
            </a:extLst>
          </p:cNvPr>
          <p:cNvSpPr txBox="1"/>
          <p:nvPr/>
        </p:nvSpPr>
        <p:spPr>
          <a:xfrm>
            <a:off x="5252485" y="4569142"/>
            <a:ext cx="3427058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Notes: 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CRUD: [Create, Read, Update, Delete] – Wireframes include the details of the screens.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Notifications &amp; Alerts: Color-coded: Green for success, Red for errors, Yellow for warnings, Blue/gray for info)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dirty="0">
                <a:latin typeface="Century Gothic" panose="020B0502020202020204" pitchFamily="34" charset="0"/>
              </a:rPr>
              <a:t>Sign-up Registration will be included but hidden and disabled for all users except the admin.</a:t>
            </a:r>
            <a:endParaRPr lang="en-US" sz="1100" b="0" i="0" u="none" strike="noStrike" baseline="0" dirty="0">
              <a:latin typeface="Century Gothic" panose="020B0502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4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F82F-0331-BB8E-5272-33C43F9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27566-481B-68DE-187B-42D39D8A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following items are not included in the current scope and will be considered for future phases:</a:t>
            </a:r>
          </a:p>
          <a:p>
            <a:pPr lvl="1"/>
            <a:r>
              <a:rPr lang="en-US" sz="1600" dirty="0"/>
              <a:t>New Feature Requests Post-Freeze : Any new functionality or UX suggestions will be reviewed separately post-launch</a:t>
            </a:r>
          </a:p>
          <a:p>
            <a:pPr lvl="1"/>
            <a:r>
              <a:rPr lang="en-US" sz="1600" dirty="0"/>
              <a:t>Non-Core Page Redesigns: Pages not directly tied to core certificate workflows (e.g., user management, admin dashboards) are not part of the initial design scope.</a:t>
            </a:r>
          </a:p>
          <a:p>
            <a:pPr lvl="1"/>
            <a:r>
              <a:rPr lang="en-US" sz="1600" dirty="0"/>
              <a:t>Advanced Reporting &amp; Analytics Modules: Custom reporting or dashboards requiring dynamic visualizations will be addressed in a future release.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excluded.</a:t>
            </a:r>
          </a:p>
          <a:p>
            <a:pPr lvl="1"/>
            <a:r>
              <a:rPr lang="en-US" sz="1600" dirty="0"/>
              <a:t>Integration Beyond Amazon Export: Any third-party system integration beyond current export scope will be handled as a separate project.</a:t>
            </a:r>
          </a:p>
          <a:p>
            <a:pPr lvl="1"/>
            <a:r>
              <a:rPr lang="en-US" sz="1600" dirty="0"/>
              <a:t>Clone Functionality – Selective field cloning for certificate records is not included.</a:t>
            </a:r>
          </a:p>
          <a:p>
            <a:pPr lvl="1"/>
            <a:r>
              <a:rPr lang="en-US" sz="1600" dirty="0"/>
              <a:t>Notifications &amp; Alerts – Real-time user notifications are not part of this phase.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</a:t>
            </a:r>
            <a:br>
              <a:rPr lang="en-US" sz="1600" dirty="0"/>
            </a:br>
            <a:br>
              <a:rPr lang="en-US" sz="1200" dirty="0"/>
            </a:br>
            <a:endParaRPr lang="en-US" sz="12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D557-4EF9-DC97-622E-6FB4101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A36-F8E6-D8DA-126D-787894AC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1300A7-12E4-FCDE-78BC-D80527D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Out of Scope Items – Initial Design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AD78-6108-BB9D-5401-A78AFFD63A66}"/>
              </a:ext>
            </a:extLst>
          </p:cNvPr>
          <p:cNvSpPr txBox="1"/>
          <p:nvPr/>
        </p:nvSpPr>
        <p:spPr>
          <a:xfrm>
            <a:off x="838199" y="5343327"/>
            <a:ext cx="10755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entury Gothic" panose="020B0502020202020204" pitchFamily="34" charset="0"/>
              </a:rPr>
              <a:t>Note: Any additional functionality or enhancements outside this scope will follow the formal change request process and may be included in a post-launch roadmap.</a:t>
            </a:r>
          </a:p>
        </p:txBody>
      </p:sp>
    </p:spTree>
    <p:extLst>
      <p:ext uri="{BB962C8B-B14F-4D97-AF65-F5344CB8AC3E}">
        <p14:creationId xmlns:p14="http://schemas.microsoft.com/office/powerpoint/2010/main" val="6531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2A39-4808-D1C5-1C2D-4C77A0CB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0CA37-DE69-39D8-9201-259F2302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adjusted timeline provides:</a:t>
            </a:r>
          </a:p>
          <a:p>
            <a:pPr lvl="1"/>
            <a:r>
              <a:rPr lang="en-US" sz="1600" dirty="0"/>
              <a:t>Adequate time for comprehensive development of expanded features</a:t>
            </a:r>
          </a:p>
          <a:p>
            <a:pPr lvl="1"/>
            <a:r>
              <a:rPr lang="en-US" sz="1600" dirty="0"/>
              <a:t>Proper testing cycles for the enhanced functionality</a:t>
            </a:r>
          </a:p>
          <a:p>
            <a:pPr lvl="1"/>
            <a:r>
              <a:rPr lang="en-US" sz="1600" dirty="0"/>
              <a:t>Quality assurance for the more complex integrations</a:t>
            </a:r>
          </a:p>
          <a:p>
            <a:pPr lvl="1"/>
            <a:r>
              <a:rPr lang="en-US" sz="1600" dirty="0"/>
              <a:t>Stakeholder alignment on enhanced deliverables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Scope Evolution Highlights:</a:t>
            </a:r>
          </a:p>
          <a:p>
            <a:pPr lvl="1"/>
            <a:r>
              <a:rPr lang="en-US" sz="1600" dirty="0"/>
              <a:t>Enhanced Security Features - MFA, audit logging, role-based permissions</a:t>
            </a:r>
          </a:p>
          <a:p>
            <a:pPr lvl="1"/>
            <a:r>
              <a:rPr lang="en-US" sz="1600" dirty="0"/>
              <a:t>Advanced User Experience - Infinite scrolling, improved filtering, mobile considerations</a:t>
            </a:r>
          </a:p>
          <a:p>
            <a:pPr lvl="1"/>
            <a:r>
              <a:rPr lang="en-US" sz="1600" dirty="0"/>
              <a:t>Complex Data Management - Sophisticated product ID handling, multi-partner associations</a:t>
            </a:r>
          </a:p>
          <a:p>
            <a:pPr lvl="1"/>
            <a:r>
              <a:rPr lang="en-US" sz="1600" dirty="0"/>
              <a:t>Extended User Types - External partners, varied client access models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EDC-B6C6-A099-DEC4-82C079A8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3A54-41C8-CA0E-841B-8085AE95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8E7924-905A-2614-D7A5-32A814A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October 17</a:t>
            </a:r>
            <a:r>
              <a:rPr lang="en-US" sz="2800" baseline="30000" dirty="0"/>
              <a:t>th</a:t>
            </a:r>
            <a:r>
              <a:rPr lang="en-US" sz="2800" dirty="0"/>
              <a:t> Go-live</a:t>
            </a:r>
          </a:p>
        </p:txBody>
      </p:sp>
    </p:spTree>
    <p:extLst>
      <p:ext uri="{BB962C8B-B14F-4D97-AF65-F5344CB8AC3E}">
        <p14:creationId xmlns:p14="http://schemas.microsoft.com/office/powerpoint/2010/main" val="370774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033-B05F-CD69-1F4A-A77171C7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0CFBCA-F0E2-720C-F72D-B4018C6A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Multiple UI design paths were explored throughout the project</a:t>
            </a:r>
          </a:p>
          <a:p>
            <a:r>
              <a:rPr lang="en-US" sz="1600" dirty="0"/>
              <a:t>Functionality appeared inconsistently across versions (e.g., filters/buttons in some screens but missing in others)</a:t>
            </a:r>
          </a:p>
          <a:p>
            <a:r>
              <a:rPr lang="en-US" sz="1600" dirty="0"/>
              <a:t>Comments and revisions introduced fragmentation and slowed alignment</a:t>
            </a:r>
          </a:p>
          <a:p>
            <a:r>
              <a:rPr lang="en-US" sz="1600" dirty="0"/>
              <a:t>Final design direction is now established, but required more time than originally scoped</a:t>
            </a:r>
          </a:p>
          <a:p>
            <a:r>
              <a:rPr lang="en-US" sz="1600" dirty="0"/>
              <a:t>Incremental requirements were introduced with additional scope delivered in fragments.</a:t>
            </a:r>
          </a:p>
          <a:p>
            <a:r>
              <a:rPr lang="en-US" sz="1600" dirty="0"/>
              <a:t>As new features were added mid-cycle, screens often showed inconsistent functionality.</a:t>
            </a:r>
          </a:p>
          <a:p>
            <a:r>
              <a:rPr lang="en-US" sz="1600" dirty="0"/>
              <a:t>Each revision improved the system but fragmented design artifacts and slowed decisions.</a:t>
            </a:r>
          </a:p>
          <a:p>
            <a:r>
              <a:rPr lang="en-US" sz="1600" dirty="0"/>
              <a:t>We are now consolidating all approved elements into a single UI reference to avoid rework.</a:t>
            </a:r>
          </a:p>
          <a:p>
            <a:r>
              <a:rPr lang="en-US" sz="1600" dirty="0"/>
              <a:t>This will improve quality, reduce QA cycles, and streamline final delivery.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84C5-D12D-B6C4-B206-420E550A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E6D04-E1FB-3B2E-8583-DDE9B7C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492AF-5746-CA9B-9F58-091C688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Design Revision Impact on Delivery</a:t>
            </a:r>
          </a:p>
        </p:txBody>
      </p:sp>
    </p:spTree>
    <p:extLst>
      <p:ext uri="{BB962C8B-B14F-4D97-AF65-F5344CB8AC3E}">
        <p14:creationId xmlns:p14="http://schemas.microsoft.com/office/powerpoint/2010/main" val="370894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DF16-47D7-5346-4A60-5961D097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23A87-13F6-4C8F-F493-C2C53889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Scope Freeze: No new functionality will be added. Existing design elements are being unified into one master reference.</a:t>
            </a:r>
          </a:p>
          <a:p>
            <a:r>
              <a:rPr lang="en-US" sz="1600" dirty="0"/>
              <a:t>Fragmented Pages: Screens created during iterative revisions are being merged to ensure every approved feature appears consistently.</a:t>
            </a:r>
          </a:p>
          <a:p>
            <a:r>
              <a:rPr lang="en-US" sz="1600" dirty="0"/>
              <a:t>Quality Focus: Consolidation eliminates hidden gaps, reduces rework, and accelerates the build and QA phases.</a:t>
            </a:r>
          </a:p>
          <a:p>
            <a:r>
              <a:rPr lang="en-US" sz="1600" dirty="0"/>
              <a:t>Post-Launch Enhancements: Any new ideas identified after consolidation will be scheduled for a future release 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1CAA-4EA8-3AA2-524F-0A15E65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01AF-30AD-66BA-874F-51BD0286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F632A-84C8-386A-41A6-4C208A1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Final Design Consolidation - Scope Locked</a:t>
            </a:r>
          </a:p>
        </p:txBody>
      </p:sp>
    </p:spTree>
    <p:extLst>
      <p:ext uri="{BB962C8B-B14F-4D97-AF65-F5344CB8AC3E}">
        <p14:creationId xmlns:p14="http://schemas.microsoft.com/office/powerpoint/2010/main" val="1511918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8ACC-59AE-B99F-EC32-946E2068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D141D-E8C8-B982-4B9C-47CB2461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Purpose: Structure future requests to maintain control over budget and timelines.</a:t>
            </a:r>
          </a:p>
          <a:p>
            <a:r>
              <a:rPr lang="en-US" sz="1600" dirty="0"/>
              <a:t>Baseline Locked: the consolidated design is the development baseline.</a:t>
            </a:r>
          </a:p>
          <a:p>
            <a:r>
              <a:rPr lang="en-US" sz="1600" dirty="0"/>
              <a:t>Transparency: All new requests will be assessed and estimated before inclusion.</a:t>
            </a:r>
          </a:p>
          <a:p>
            <a:r>
              <a:rPr lang="en-US" sz="1600" dirty="0"/>
              <a:t>No Hidden Drift: Unapproved additions will be deferred to a future release phase.</a:t>
            </a:r>
          </a:p>
          <a:p>
            <a:r>
              <a:rPr lang="en-US" sz="1600" dirty="0"/>
              <a:t>Process includes request intake, impact review, client approval, and timeline update.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Future changes will follow a simple estimate-and-approve process.</a:t>
            </a:r>
          </a:p>
          <a:p>
            <a:r>
              <a:rPr lang="en-US" sz="1600" dirty="0"/>
              <a:t>Any additions will be reviewed for:</a:t>
            </a:r>
          </a:p>
          <a:p>
            <a:pPr lvl="1"/>
            <a:r>
              <a:rPr lang="en-US" sz="1600" dirty="0"/>
              <a:t>Timeline impact</a:t>
            </a:r>
          </a:p>
          <a:p>
            <a:pPr lvl="1"/>
            <a:r>
              <a:rPr lang="en-US" sz="1600" dirty="0"/>
              <a:t>Cost implication</a:t>
            </a:r>
          </a:p>
          <a:p>
            <a:pPr lvl="1"/>
            <a:r>
              <a:rPr lang="en-US" sz="1600" dirty="0"/>
              <a:t>System stability</a:t>
            </a:r>
          </a:p>
          <a:p>
            <a:r>
              <a:rPr lang="en-US" sz="1600" dirty="0"/>
              <a:t>This ensures transparency and avoids unintentional delays during final phases.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828E-64F4-CD3A-A47A-8D0E66D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1710-A7B1-CDD9-46F0-17B640DC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CB31F-45EA-B1C4-E98B-012AB65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Managing Scope and Change Control Plan</a:t>
            </a:r>
          </a:p>
        </p:txBody>
      </p:sp>
    </p:spTree>
    <p:extLst>
      <p:ext uri="{BB962C8B-B14F-4D97-AF65-F5344CB8AC3E}">
        <p14:creationId xmlns:p14="http://schemas.microsoft.com/office/powerpoint/2010/main" val="1589950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8F73-0F16-5A35-7F2F-6EA632BB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892AD-D341-A98C-0FCB-A1E4FF57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Requirements, User Stories, Process Flows, Architecture,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E3766-C7E2-1B94-2FB4-E09966B5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E615-12C4-4709-B50C-4AFC9D577141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EBDA5-C2DC-A6C0-3FEE-87F11F2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20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00E0-832A-8397-6AE0-9ADBCBFE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05C81-41B4-1109-8719-83F6B73BD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## Executive Summary</a:t>
            </a:r>
          </a:p>
          <a:p>
            <a:endParaRPr lang="en-US" dirty="0"/>
          </a:p>
          <a:p>
            <a:r>
              <a:rPr lang="en-US" dirty="0"/>
              <a:t>We are pleased to present our comprehensive data migration strategy for the GreenCircle Certified (GCC) Database Solution. Our approach ensures a seamless transition from your current certificate management system to the new ASP.NET Core platform with zero data loss, minimal business disruption, and enhanced operational capabilities.</a:t>
            </a:r>
          </a:p>
          <a:p>
            <a:endParaRPr lang="en-US" dirty="0"/>
          </a:p>
          <a:p>
            <a:r>
              <a:rPr lang="en-US" dirty="0"/>
              <a:t>### Key Deliverables</a:t>
            </a:r>
          </a:p>
          <a:p>
            <a:r>
              <a:rPr lang="en-US" dirty="0"/>
              <a:t>- </a:t>
            </a:r>
            <a:r>
              <a:rPr lang="en-US" b="1" dirty="0"/>
              <a:t>**Migration Window:**</a:t>
            </a:r>
            <a:r>
              <a:rPr lang="en-US" dirty="0"/>
              <a:t> Less than 4 hours of system downtime</a:t>
            </a:r>
          </a:p>
          <a:p>
            <a:r>
              <a:rPr lang="en-US" dirty="0"/>
              <a:t>- </a:t>
            </a:r>
            <a:r>
              <a:rPr lang="en-US" b="1" dirty="0"/>
              <a:t>**Data Integrity:**</a:t>
            </a:r>
            <a:r>
              <a:rPr lang="en-US" dirty="0"/>
              <a:t> 99.99% accuracy guarantee with comprehensive validation</a:t>
            </a:r>
          </a:p>
          <a:p>
            <a:r>
              <a:rPr lang="en-US" dirty="0"/>
              <a:t>- </a:t>
            </a:r>
            <a:r>
              <a:rPr lang="en-US" b="1" dirty="0"/>
              <a:t>**Risk Mitigation:**</a:t>
            </a:r>
            <a:r>
              <a:rPr lang="en-US" dirty="0"/>
              <a:t> Multi-layered backup and rollback procedures</a:t>
            </a:r>
          </a:p>
          <a:p>
            <a:r>
              <a:rPr lang="en-US" dirty="0"/>
              <a:t>- </a:t>
            </a:r>
            <a:r>
              <a:rPr lang="en-US" b="1" dirty="0"/>
              <a:t>**Business Continuity:**</a:t>
            </a:r>
            <a:r>
              <a:rPr lang="en-US" dirty="0"/>
              <a:t> Phased approach ensuring operational stability</a:t>
            </a:r>
          </a:p>
          <a:p>
            <a:r>
              <a:rPr lang="en-US" dirty="0"/>
              <a:t>- </a:t>
            </a:r>
            <a:r>
              <a:rPr lang="en-US" b="1" dirty="0"/>
              <a:t>**Post-Migration Support:**</a:t>
            </a:r>
            <a:r>
              <a:rPr lang="en-US" dirty="0"/>
              <a:t> 30-day intensive support period</a:t>
            </a:r>
          </a:p>
          <a:p>
            <a:endParaRPr lang="en-US" dirty="0"/>
          </a:p>
          <a:p>
            <a:r>
              <a:rPr lang="en-US" dirty="0"/>
              <a:t>### Strategic Benefits</a:t>
            </a:r>
          </a:p>
          <a:p>
            <a:r>
              <a:rPr lang="en-US" dirty="0"/>
              <a:t>- </a:t>
            </a:r>
            <a:r>
              <a:rPr lang="en-US" b="1" dirty="0"/>
              <a:t>**Reduced Operational Risk:**</a:t>
            </a:r>
            <a:r>
              <a:rPr lang="en-US" dirty="0"/>
              <a:t> Proven migration methodology with automated validation</a:t>
            </a:r>
          </a:p>
          <a:p>
            <a:r>
              <a:rPr lang="en-US" dirty="0"/>
              <a:t>- </a:t>
            </a:r>
            <a:r>
              <a:rPr lang="en-US" b="1" dirty="0"/>
              <a:t>**Enhanced Data Quality:**</a:t>
            </a:r>
            <a:r>
              <a:rPr lang="en-US" dirty="0"/>
              <a:t> Built-in cleansing and standardization processes</a:t>
            </a:r>
          </a:p>
          <a:p>
            <a:r>
              <a:rPr lang="en-US" dirty="0"/>
              <a:t>- </a:t>
            </a:r>
            <a:r>
              <a:rPr lang="en-US" b="1" dirty="0"/>
              <a:t>**Improved Compliance:**</a:t>
            </a:r>
            <a:r>
              <a:rPr lang="en-US" dirty="0"/>
              <a:t> Complete audit trail and regulatory alignment</a:t>
            </a:r>
          </a:p>
          <a:p>
            <a:r>
              <a:rPr lang="en-US" dirty="0"/>
              <a:t>- </a:t>
            </a:r>
            <a:r>
              <a:rPr lang="en-US" b="1" dirty="0"/>
              <a:t>**Future Scalability:**</a:t>
            </a:r>
            <a:r>
              <a:rPr lang="en-US" dirty="0"/>
              <a:t> Architecture supporting 10x growth capacity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D58F-8D80-64BB-5794-6FCEFF0D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7A234-7326-EE9C-A5B6-4F3FB82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727EC9-3AFC-F5B2-DBCD-3EF0A85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Migration Plan</a:t>
            </a:r>
          </a:p>
        </p:txBody>
      </p:sp>
    </p:spTree>
    <p:extLst>
      <p:ext uri="{BB962C8B-B14F-4D97-AF65-F5344CB8AC3E}">
        <p14:creationId xmlns:p14="http://schemas.microsoft.com/office/powerpoint/2010/main" val="83865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4B16-4D9E-EC33-7D55-AAF1BF69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DA823-6675-E1B9-3DCE-0EB28EBA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6117-110E-0B84-BB1D-E33E8A9F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89B64-D61D-12D0-A95D-16A630F7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C4E7F0-2C91-FA79-384B-6C4DA1E2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380787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DD44-78FC-8AA6-2F0C-D1A97EE3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DAF582-C957-2B1B-0413-F4050BB07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3547-B77F-432E-38F2-ADA4D2C7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0D07-8937-D324-069B-85A6DD0D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6CF0A7-8987-150D-73C6-1A9ACF1C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7937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4C5A-535A-9528-BFA0-F1500B19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A54AE-9B71-3BAA-7344-F5CFAFB3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CFAE-CB44-9AEA-EE40-A07BBDE1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16E93-A5BD-3428-2B4B-CDF881B4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02FEAF-78B8-B073-0017-3CAD18CD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5953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0C0B-217F-12A6-08DB-7A7A94BF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AE74F-9304-DAFA-EBC1-AD675EAD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C04C-7D52-6FCD-B2EA-393DF8EA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0EFAD-7324-5C95-0088-479BB3AD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2396FB-0A5B-2879-C7FF-75030F7F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79103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3685-955C-671D-EDC0-7CFC3C4B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531C97-5347-8F63-ACDA-C95A1E444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69D43-768E-0A73-E13A-6F67C663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7E66E-F072-A876-9DAF-4BB96E64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44FC4F-11B1-CAEE-F993-2025857A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7737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A573-E112-13BA-892C-972A2C2B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E75FE4-61D0-C577-4FA1-510577AB2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1ACB-ED61-9CAF-0358-13655B20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8699B-1191-A72B-BF91-D0D8E907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7647F3-F59F-EFEC-19B7-AE68E0B1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329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B672-3D42-5373-BCAD-4937CBBF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209FA3-179E-C8EA-560E-254C8815C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6062-78CD-5199-F317-4957E3AD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B322C-2B37-227A-7884-685979D4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68832E-3D70-D8B4-9C4E-88B1E52A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88665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D979-72FA-17B4-3DD6-5D06BD6F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D378B1-5981-3085-E6CD-5124A4D24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E3AD-B64A-F2A2-6298-583708A1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3086-0C2E-892F-0E12-75B9C266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8C863E-8DCC-80D9-2900-8F38AF2F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4307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85278</TotalTime>
  <Words>2004</Words>
  <Application>Microsoft Office PowerPoint</Application>
  <PresentationFormat>Widescreen</PresentationFormat>
  <Paragraphs>414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Aptos Narrow</vt:lpstr>
      <vt:lpstr>Arial</vt:lpstr>
      <vt:lpstr>Arial Narrow</vt:lpstr>
      <vt:lpstr>Calibri</vt:lpstr>
      <vt:lpstr>Century Gothic</vt:lpstr>
      <vt:lpstr>Courier New</vt:lpstr>
      <vt:lpstr>Symbol</vt:lpstr>
      <vt:lpstr>office theme</vt:lpstr>
      <vt:lpstr>GreenCircle Certified Database Project</vt:lpstr>
      <vt:lpstr>Project Timeline Updates</vt:lpstr>
      <vt:lpstr>API Documentation</vt:lpstr>
      <vt:lpstr>API – Phase 2</vt:lpstr>
      <vt:lpstr>Test Data?</vt:lpstr>
      <vt:lpstr>Readiness Checklist?</vt:lpstr>
      <vt:lpstr>Development Progress: </vt:lpstr>
      <vt:lpstr>Test Case Coverage</vt:lpstr>
      <vt:lpstr>Requirements, User Stories, User Journeys, Epics Metrics</vt:lpstr>
      <vt:lpstr>Test Execution Results</vt:lpstr>
      <vt:lpstr>August Overview</vt:lpstr>
      <vt:lpstr>August Overview – Next Steps</vt:lpstr>
      <vt:lpstr>August Overview – Open Items</vt:lpstr>
      <vt:lpstr>August Overview - Reports</vt:lpstr>
      <vt:lpstr>Scope Creep Analysis &amp; Timeline Impact</vt:lpstr>
      <vt:lpstr>GreenCircle Certified Database Site Map</vt:lpstr>
      <vt:lpstr>Out of Scope Items – Initial Design Phase</vt:lpstr>
      <vt:lpstr>October 17th Go-live</vt:lpstr>
      <vt:lpstr>Design Revision Impact on Delivery</vt:lpstr>
      <vt:lpstr>Final Design Consolidation - Scope Locked</vt:lpstr>
      <vt:lpstr>Managing Scope and Change Control Plan</vt:lpstr>
      <vt:lpstr>Appendix</vt:lpstr>
      <vt:lpstr>Data Migration Plan</vt:lpstr>
      <vt:lpstr>Architecture</vt:lpstr>
      <vt:lpstr>A</vt:lpstr>
      <vt:lpstr>A</vt:lpstr>
      <vt:lpstr>A</vt:lpstr>
      <vt:lpstr>A</vt:lpstr>
      <vt:lpstr>A</vt:lpstr>
      <vt:lpstr>A</vt:lpstr>
      <vt:lpstr>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20</cp:revision>
  <cp:lastPrinted>2025-06-16T04:02:37Z</cp:lastPrinted>
  <dcterms:created xsi:type="dcterms:W3CDTF">2025-01-22T16:07:21Z</dcterms:created>
  <dcterms:modified xsi:type="dcterms:W3CDTF">2025-09-19T13:59:31Z</dcterms:modified>
</cp:coreProperties>
</file>